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477" r:id="rId4"/>
    <p:sldId id="3478" r:id="rId5"/>
    <p:sldId id="3479" r:id="rId6"/>
    <p:sldId id="3480" r:id="rId7"/>
    <p:sldId id="3488" r:id="rId8"/>
    <p:sldId id="3482" r:id="rId9"/>
    <p:sldId id="3489" r:id="rId10"/>
    <p:sldId id="3483" r:id="rId11"/>
    <p:sldId id="3490" r:id="rId12"/>
    <p:sldId id="3491" r:id="rId13"/>
    <p:sldId id="283" r:id="rId14"/>
  </p:sldIdLst>
  <p:sldSz cx="12192000" cy="6858000"/>
  <p:notesSz cx="6881813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j2rHncDUnP6XpjjwAFDDA/6EtZ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C24997-C2F0-4FBE-8CC0-E84DCE1D8B5B}">
  <a:tblStyle styleId="{5AC24997-C2F0-4FBE-8CC0-E84DCE1D8B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1"/>
    <p:restoredTop sz="95269" autoAdjust="0"/>
  </p:normalViewPr>
  <p:slideViewPr>
    <p:cSldViewPr snapToGrid="0">
      <p:cViewPr varScale="1">
        <p:scale>
          <a:sx n="102" d="100"/>
          <a:sy n="102" d="100"/>
        </p:scale>
        <p:origin x="85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657DD0-CCFA-4ED4-98EE-3CD2DAC7FF8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F304B40-8832-474F-98F0-A8FEB36F7F6D}">
      <dgm:prSet phldrT="[Text]" custT="1"/>
      <dgm:spPr/>
      <dgm:t>
        <a:bodyPr/>
        <a:lstStyle/>
        <a:p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Phù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dịch vụ thanh toán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nhỏ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và có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tính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chu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kỳ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lặp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lại</a:t>
          </a:r>
        </a:p>
      </dgm:t>
    </dgm:pt>
    <dgm:pt modelId="{1FE84FC0-2B8C-456C-80DF-92E34A6C4AF3}" type="parTrans" cxnId="{08125B80-2A26-4D40-B4F3-D2A6F5BE7898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86BF67-CD29-47DA-85E5-1BE86D3297D6}" type="sibTrans" cxnId="{08125B80-2A26-4D40-B4F3-D2A6F5BE7898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F6D2504-A0E7-415A-8793-701810953772}">
      <dgm:prSet phldrT="[Text]" custT="1"/>
      <dgm:spPr/>
      <dgm:t>
        <a:bodyPr/>
        <a:lstStyle/>
        <a:p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Giảm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bước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thanh toán,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tỷ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lệ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dịch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thành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endParaRPr lang="en-US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02D423-463C-480D-BFEA-8D606A911089}" type="parTrans" cxnId="{BA56E4E9-4A2F-49DB-8290-D2997347ABDE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DA5295-9B3D-4E0A-8B26-88C98C0D719A}" type="sibTrans" cxnId="{BA56E4E9-4A2F-49DB-8290-D2997347ABDE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0D83A79-543D-4FC8-AB36-B46E399682E8}">
      <dgm:prSet phldrT="[Text]" custT="1"/>
      <dgm:spPr/>
      <dgm:t>
        <a:bodyPr/>
        <a:lstStyle/>
        <a:p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Merchant có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thể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chủ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charge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của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khách hàng</a:t>
          </a:r>
        </a:p>
      </dgm:t>
    </dgm:pt>
    <dgm:pt modelId="{0FC70D5D-43DE-4C3F-88D3-D46D1D736F88}" type="parTrans" cxnId="{E8559BD6-4849-4CE9-ACD8-18BF2C1910FA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B4048D-9F08-4076-BE4A-D8677FF6BE76}" type="sibTrans" cxnId="{E8559BD6-4849-4CE9-ACD8-18BF2C1910FA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C082D2-BCEF-480C-8953-E3E8AEB0B84D}">
      <dgm:prSet phldrT="[Text]" custT="1"/>
      <dgm:spPr/>
      <dgm:t>
        <a:bodyPr/>
        <a:lstStyle/>
        <a:p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và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xử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lý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dịch hàng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loạt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lượng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lớn</a:t>
          </a:r>
          <a:r>
            <a:rPr lang="en-US" sz="1400" b="1" dirty="0">
              <a:latin typeface="Arial" panose="020B0604020202020204" pitchFamily="34" charset="0"/>
              <a:cs typeface="Arial" panose="020B0604020202020204" pitchFamily="34" charset="0"/>
            </a:rPr>
            <a:t> cũng </a:t>
          </a:r>
          <a:r>
            <a:rPr lang="en-US" sz="1400" b="1" dirty="0" err="1">
              <a:latin typeface="Arial" panose="020B0604020202020204" pitchFamily="34" charset="0"/>
              <a:cs typeface="Arial" panose="020B0604020202020204" pitchFamily="34" charset="0"/>
            </a:rPr>
            <a:t>lúc</a:t>
          </a:r>
          <a:endParaRPr lang="en-US" sz="14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8797A6-C454-4978-A98D-58945654C651}" type="sibTrans" cxnId="{32075383-616F-4FCF-A5A6-D57BFADAFD26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248A93-4599-4670-ACC7-3222CF37949F}" type="parTrans" cxnId="{32075383-616F-4FCF-A5A6-D57BFADAFD26}">
      <dgm:prSet/>
      <dgm:spPr/>
      <dgm:t>
        <a:bodyPr/>
        <a:lstStyle/>
        <a:p>
          <a:endParaRPr 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006FCF1-344C-44E1-A0A5-AD3E014666D3}" type="pres">
      <dgm:prSet presAssocID="{91657DD0-CCFA-4ED4-98EE-3CD2DAC7FF84}" presName="linear" presStyleCnt="0">
        <dgm:presLayoutVars>
          <dgm:dir/>
          <dgm:animLvl val="lvl"/>
          <dgm:resizeHandles val="exact"/>
        </dgm:presLayoutVars>
      </dgm:prSet>
      <dgm:spPr/>
    </dgm:pt>
    <dgm:pt modelId="{9BAB2A11-D0A6-4C78-B721-5D7527876644}" type="pres">
      <dgm:prSet presAssocID="{3F304B40-8832-474F-98F0-A8FEB36F7F6D}" presName="parentLin" presStyleCnt="0"/>
      <dgm:spPr/>
    </dgm:pt>
    <dgm:pt modelId="{4B059D2F-1708-4473-B35E-2B3302553DC3}" type="pres">
      <dgm:prSet presAssocID="{3F304B40-8832-474F-98F0-A8FEB36F7F6D}" presName="parentLeftMargin" presStyleLbl="node1" presStyleIdx="0" presStyleCnt="4"/>
      <dgm:spPr/>
    </dgm:pt>
    <dgm:pt modelId="{3C1A2C85-2A20-487A-86D7-6068F795D830}" type="pres">
      <dgm:prSet presAssocID="{3F304B40-8832-474F-98F0-A8FEB36F7F6D}" presName="parentText" presStyleLbl="node1" presStyleIdx="0" presStyleCnt="4" custScaleX="118506">
        <dgm:presLayoutVars>
          <dgm:chMax val="0"/>
          <dgm:bulletEnabled val="1"/>
        </dgm:presLayoutVars>
      </dgm:prSet>
      <dgm:spPr/>
    </dgm:pt>
    <dgm:pt modelId="{85D342B5-1185-4643-B8F7-C325D56775B4}" type="pres">
      <dgm:prSet presAssocID="{3F304B40-8832-474F-98F0-A8FEB36F7F6D}" presName="negativeSpace" presStyleCnt="0"/>
      <dgm:spPr/>
    </dgm:pt>
    <dgm:pt modelId="{C204CB38-1869-4BF3-94E0-FCD057899232}" type="pres">
      <dgm:prSet presAssocID="{3F304B40-8832-474F-98F0-A8FEB36F7F6D}" presName="childText" presStyleLbl="conFgAcc1" presStyleIdx="0" presStyleCnt="4">
        <dgm:presLayoutVars>
          <dgm:bulletEnabled val="1"/>
        </dgm:presLayoutVars>
      </dgm:prSet>
      <dgm:spPr/>
    </dgm:pt>
    <dgm:pt modelId="{69289A6F-6D98-4D2C-A85C-65A39D3C3F88}" type="pres">
      <dgm:prSet presAssocID="{CD86BF67-CD29-47DA-85E5-1BE86D3297D6}" presName="spaceBetweenRectangles" presStyleCnt="0"/>
      <dgm:spPr/>
    </dgm:pt>
    <dgm:pt modelId="{B2675D51-18FD-4FF8-980C-803E372956FC}" type="pres">
      <dgm:prSet presAssocID="{4F6D2504-A0E7-415A-8793-701810953772}" presName="parentLin" presStyleCnt="0"/>
      <dgm:spPr/>
    </dgm:pt>
    <dgm:pt modelId="{6F2B1907-31D3-4371-A50C-680773AEC3E8}" type="pres">
      <dgm:prSet presAssocID="{4F6D2504-A0E7-415A-8793-701810953772}" presName="parentLeftMargin" presStyleLbl="node1" presStyleIdx="0" presStyleCnt="4"/>
      <dgm:spPr/>
    </dgm:pt>
    <dgm:pt modelId="{87C78C9B-747E-473F-8735-AE4E8C0D817F}" type="pres">
      <dgm:prSet presAssocID="{4F6D2504-A0E7-415A-8793-701810953772}" presName="parentText" presStyleLbl="node1" presStyleIdx="1" presStyleCnt="4" custScaleX="119710">
        <dgm:presLayoutVars>
          <dgm:chMax val="0"/>
          <dgm:bulletEnabled val="1"/>
        </dgm:presLayoutVars>
      </dgm:prSet>
      <dgm:spPr/>
    </dgm:pt>
    <dgm:pt modelId="{04190BCD-64DF-41E2-81F0-CA349CC22CDB}" type="pres">
      <dgm:prSet presAssocID="{4F6D2504-A0E7-415A-8793-701810953772}" presName="negativeSpace" presStyleCnt="0"/>
      <dgm:spPr/>
    </dgm:pt>
    <dgm:pt modelId="{4C7ECCDA-A2F6-487A-8D55-C016AA1FB16F}" type="pres">
      <dgm:prSet presAssocID="{4F6D2504-A0E7-415A-8793-701810953772}" presName="childText" presStyleLbl="conFgAcc1" presStyleIdx="1" presStyleCnt="4">
        <dgm:presLayoutVars>
          <dgm:bulletEnabled val="1"/>
        </dgm:presLayoutVars>
      </dgm:prSet>
      <dgm:spPr/>
    </dgm:pt>
    <dgm:pt modelId="{42D8AF04-3CCC-4F87-8E85-B436B442A773}" type="pres">
      <dgm:prSet presAssocID="{13DA5295-9B3D-4E0A-8B26-88C98C0D719A}" presName="spaceBetweenRectangles" presStyleCnt="0"/>
      <dgm:spPr/>
    </dgm:pt>
    <dgm:pt modelId="{26549B7E-60C0-442D-A0B2-7C0578AEBC1D}" type="pres">
      <dgm:prSet presAssocID="{90D83A79-543D-4FC8-AB36-B46E399682E8}" presName="parentLin" presStyleCnt="0"/>
      <dgm:spPr/>
    </dgm:pt>
    <dgm:pt modelId="{920D72E7-68F6-4143-8D20-AA675A1EDE21}" type="pres">
      <dgm:prSet presAssocID="{90D83A79-543D-4FC8-AB36-B46E399682E8}" presName="parentLeftMargin" presStyleLbl="node1" presStyleIdx="1" presStyleCnt="4"/>
      <dgm:spPr/>
    </dgm:pt>
    <dgm:pt modelId="{CF4C5E0F-DD3B-49BF-987F-595B1F9E8B9D}" type="pres">
      <dgm:prSet presAssocID="{90D83A79-543D-4FC8-AB36-B46E399682E8}" presName="parentText" presStyleLbl="node1" presStyleIdx="2" presStyleCnt="4" custScaleX="120024">
        <dgm:presLayoutVars>
          <dgm:chMax val="0"/>
          <dgm:bulletEnabled val="1"/>
        </dgm:presLayoutVars>
      </dgm:prSet>
      <dgm:spPr/>
    </dgm:pt>
    <dgm:pt modelId="{BA29F167-9555-4703-8CBC-B8A2F862AED0}" type="pres">
      <dgm:prSet presAssocID="{90D83A79-543D-4FC8-AB36-B46E399682E8}" presName="negativeSpace" presStyleCnt="0"/>
      <dgm:spPr/>
    </dgm:pt>
    <dgm:pt modelId="{EA9DF94B-A564-45B7-AD9C-51DBC8DD4A62}" type="pres">
      <dgm:prSet presAssocID="{90D83A79-543D-4FC8-AB36-B46E399682E8}" presName="childText" presStyleLbl="conFgAcc1" presStyleIdx="2" presStyleCnt="4">
        <dgm:presLayoutVars>
          <dgm:bulletEnabled val="1"/>
        </dgm:presLayoutVars>
      </dgm:prSet>
      <dgm:spPr/>
    </dgm:pt>
    <dgm:pt modelId="{10CD4F52-00A7-4A0F-9C26-E901C9809C30}" type="pres">
      <dgm:prSet presAssocID="{65B4048D-9F08-4076-BE4A-D8677FF6BE76}" presName="spaceBetweenRectangles" presStyleCnt="0"/>
      <dgm:spPr/>
    </dgm:pt>
    <dgm:pt modelId="{C4D89ECA-B616-4BB7-9CFA-4200EE2FCBB1}" type="pres">
      <dgm:prSet presAssocID="{1EC082D2-BCEF-480C-8953-E3E8AEB0B84D}" presName="parentLin" presStyleCnt="0"/>
      <dgm:spPr/>
    </dgm:pt>
    <dgm:pt modelId="{E35A2FFA-8E5A-4FF8-8344-A3B53A0632FE}" type="pres">
      <dgm:prSet presAssocID="{1EC082D2-BCEF-480C-8953-E3E8AEB0B84D}" presName="parentLeftMargin" presStyleLbl="node1" presStyleIdx="2" presStyleCnt="4"/>
      <dgm:spPr/>
    </dgm:pt>
    <dgm:pt modelId="{DADECA9D-8E40-41A3-B0D2-332974ACC9F4}" type="pres">
      <dgm:prSet presAssocID="{1EC082D2-BCEF-480C-8953-E3E8AEB0B84D}" presName="parentText" presStyleLbl="node1" presStyleIdx="3" presStyleCnt="4" custScaleX="120267">
        <dgm:presLayoutVars>
          <dgm:chMax val="0"/>
          <dgm:bulletEnabled val="1"/>
        </dgm:presLayoutVars>
      </dgm:prSet>
      <dgm:spPr/>
    </dgm:pt>
    <dgm:pt modelId="{28E9610D-D0FC-4270-AE3C-4E607C896EAE}" type="pres">
      <dgm:prSet presAssocID="{1EC082D2-BCEF-480C-8953-E3E8AEB0B84D}" presName="negativeSpace" presStyleCnt="0"/>
      <dgm:spPr/>
    </dgm:pt>
    <dgm:pt modelId="{EAEBED3A-B1EE-4340-9590-F118672EE456}" type="pres">
      <dgm:prSet presAssocID="{1EC082D2-BCEF-480C-8953-E3E8AEB0B84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C72AE0A-E712-42F7-9562-9C366C51D6F8}" type="presOf" srcId="{1EC082D2-BCEF-480C-8953-E3E8AEB0B84D}" destId="{E35A2FFA-8E5A-4FF8-8344-A3B53A0632FE}" srcOrd="0" destOrd="0" presId="urn:microsoft.com/office/officeart/2005/8/layout/list1"/>
    <dgm:cxn modelId="{FE3F531D-3DC9-4148-B31F-BB5C3EC113F8}" type="presOf" srcId="{90D83A79-543D-4FC8-AB36-B46E399682E8}" destId="{CF4C5E0F-DD3B-49BF-987F-595B1F9E8B9D}" srcOrd="1" destOrd="0" presId="urn:microsoft.com/office/officeart/2005/8/layout/list1"/>
    <dgm:cxn modelId="{7E3AAF20-F744-4D8E-949E-40821C7F450B}" type="presOf" srcId="{1EC082D2-BCEF-480C-8953-E3E8AEB0B84D}" destId="{DADECA9D-8E40-41A3-B0D2-332974ACC9F4}" srcOrd="1" destOrd="0" presId="urn:microsoft.com/office/officeart/2005/8/layout/list1"/>
    <dgm:cxn modelId="{AD5BC428-A81F-41E5-8205-B84CE8D03634}" type="presOf" srcId="{4F6D2504-A0E7-415A-8793-701810953772}" destId="{87C78C9B-747E-473F-8735-AE4E8C0D817F}" srcOrd="1" destOrd="0" presId="urn:microsoft.com/office/officeart/2005/8/layout/list1"/>
    <dgm:cxn modelId="{EA5DFD6B-68DC-41D7-953A-9FE6DE2C675B}" type="presOf" srcId="{3F304B40-8832-474F-98F0-A8FEB36F7F6D}" destId="{4B059D2F-1708-4473-B35E-2B3302553DC3}" srcOrd="0" destOrd="0" presId="urn:microsoft.com/office/officeart/2005/8/layout/list1"/>
    <dgm:cxn modelId="{08125B80-2A26-4D40-B4F3-D2A6F5BE7898}" srcId="{91657DD0-CCFA-4ED4-98EE-3CD2DAC7FF84}" destId="{3F304B40-8832-474F-98F0-A8FEB36F7F6D}" srcOrd="0" destOrd="0" parTransId="{1FE84FC0-2B8C-456C-80DF-92E34A6C4AF3}" sibTransId="{CD86BF67-CD29-47DA-85E5-1BE86D3297D6}"/>
    <dgm:cxn modelId="{94B0ED80-77A0-4D33-A7A7-FCA36BA2D2D6}" type="presOf" srcId="{3F304B40-8832-474F-98F0-A8FEB36F7F6D}" destId="{3C1A2C85-2A20-487A-86D7-6068F795D830}" srcOrd="1" destOrd="0" presId="urn:microsoft.com/office/officeart/2005/8/layout/list1"/>
    <dgm:cxn modelId="{32075383-616F-4FCF-A5A6-D57BFADAFD26}" srcId="{91657DD0-CCFA-4ED4-98EE-3CD2DAC7FF84}" destId="{1EC082D2-BCEF-480C-8953-E3E8AEB0B84D}" srcOrd="3" destOrd="0" parTransId="{FF248A93-4599-4670-ACC7-3222CF37949F}" sibTransId="{658797A6-C454-4978-A98D-58945654C651}"/>
    <dgm:cxn modelId="{D68E3B94-069B-428A-8189-53798FB6CE6E}" type="presOf" srcId="{91657DD0-CCFA-4ED4-98EE-3CD2DAC7FF84}" destId="{C006FCF1-344C-44E1-A0A5-AD3E014666D3}" srcOrd="0" destOrd="0" presId="urn:microsoft.com/office/officeart/2005/8/layout/list1"/>
    <dgm:cxn modelId="{ED935BC0-3122-4AE7-A4DA-FE21EBF84A3B}" type="presOf" srcId="{90D83A79-543D-4FC8-AB36-B46E399682E8}" destId="{920D72E7-68F6-4143-8D20-AA675A1EDE21}" srcOrd="0" destOrd="0" presId="urn:microsoft.com/office/officeart/2005/8/layout/list1"/>
    <dgm:cxn modelId="{E8559BD6-4849-4CE9-ACD8-18BF2C1910FA}" srcId="{91657DD0-CCFA-4ED4-98EE-3CD2DAC7FF84}" destId="{90D83A79-543D-4FC8-AB36-B46E399682E8}" srcOrd="2" destOrd="0" parTransId="{0FC70D5D-43DE-4C3F-88D3-D46D1D736F88}" sibTransId="{65B4048D-9F08-4076-BE4A-D8677FF6BE76}"/>
    <dgm:cxn modelId="{BA56E4E9-4A2F-49DB-8290-D2997347ABDE}" srcId="{91657DD0-CCFA-4ED4-98EE-3CD2DAC7FF84}" destId="{4F6D2504-A0E7-415A-8793-701810953772}" srcOrd="1" destOrd="0" parTransId="{C002D423-463C-480D-BFEA-8D606A911089}" sibTransId="{13DA5295-9B3D-4E0A-8B26-88C98C0D719A}"/>
    <dgm:cxn modelId="{49DDF3F3-5BA4-45D1-965B-D2837D688187}" type="presOf" srcId="{4F6D2504-A0E7-415A-8793-701810953772}" destId="{6F2B1907-31D3-4371-A50C-680773AEC3E8}" srcOrd="0" destOrd="0" presId="urn:microsoft.com/office/officeart/2005/8/layout/list1"/>
    <dgm:cxn modelId="{DD62A36C-3D01-445B-812F-30F5D2249237}" type="presParOf" srcId="{C006FCF1-344C-44E1-A0A5-AD3E014666D3}" destId="{9BAB2A11-D0A6-4C78-B721-5D7527876644}" srcOrd="0" destOrd="0" presId="urn:microsoft.com/office/officeart/2005/8/layout/list1"/>
    <dgm:cxn modelId="{6303B6F1-D91C-4003-ADE5-569685DEA09D}" type="presParOf" srcId="{9BAB2A11-D0A6-4C78-B721-5D7527876644}" destId="{4B059D2F-1708-4473-B35E-2B3302553DC3}" srcOrd="0" destOrd="0" presId="urn:microsoft.com/office/officeart/2005/8/layout/list1"/>
    <dgm:cxn modelId="{784B7CA6-722C-470D-A36F-FEDCA2734A43}" type="presParOf" srcId="{9BAB2A11-D0A6-4C78-B721-5D7527876644}" destId="{3C1A2C85-2A20-487A-86D7-6068F795D830}" srcOrd="1" destOrd="0" presId="urn:microsoft.com/office/officeart/2005/8/layout/list1"/>
    <dgm:cxn modelId="{4B8ED31D-CD10-42E7-907C-53DB2E1E80CB}" type="presParOf" srcId="{C006FCF1-344C-44E1-A0A5-AD3E014666D3}" destId="{85D342B5-1185-4643-B8F7-C325D56775B4}" srcOrd="1" destOrd="0" presId="urn:microsoft.com/office/officeart/2005/8/layout/list1"/>
    <dgm:cxn modelId="{21397364-DAB7-465E-8196-8B97704BD682}" type="presParOf" srcId="{C006FCF1-344C-44E1-A0A5-AD3E014666D3}" destId="{C204CB38-1869-4BF3-94E0-FCD057899232}" srcOrd="2" destOrd="0" presId="urn:microsoft.com/office/officeart/2005/8/layout/list1"/>
    <dgm:cxn modelId="{87171780-2D2D-4560-B8B8-C3CFC90BEEB0}" type="presParOf" srcId="{C006FCF1-344C-44E1-A0A5-AD3E014666D3}" destId="{69289A6F-6D98-4D2C-A85C-65A39D3C3F88}" srcOrd="3" destOrd="0" presId="urn:microsoft.com/office/officeart/2005/8/layout/list1"/>
    <dgm:cxn modelId="{21087F4A-B7BB-4F7B-A6A6-6CDD78FEE3F5}" type="presParOf" srcId="{C006FCF1-344C-44E1-A0A5-AD3E014666D3}" destId="{B2675D51-18FD-4FF8-980C-803E372956FC}" srcOrd="4" destOrd="0" presId="urn:microsoft.com/office/officeart/2005/8/layout/list1"/>
    <dgm:cxn modelId="{93C2899F-FA62-4424-9CB8-128F221F44B5}" type="presParOf" srcId="{B2675D51-18FD-4FF8-980C-803E372956FC}" destId="{6F2B1907-31D3-4371-A50C-680773AEC3E8}" srcOrd="0" destOrd="0" presId="urn:microsoft.com/office/officeart/2005/8/layout/list1"/>
    <dgm:cxn modelId="{63FB8306-F27B-4532-816D-AC7AB8D1CC3B}" type="presParOf" srcId="{B2675D51-18FD-4FF8-980C-803E372956FC}" destId="{87C78C9B-747E-473F-8735-AE4E8C0D817F}" srcOrd="1" destOrd="0" presId="urn:microsoft.com/office/officeart/2005/8/layout/list1"/>
    <dgm:cxn modelId="{1A57F619-80B4-4C1B-9E35-0A6E798E74CC}" type="presParOf" srcId="{C006FCF1-344C-44E1-A0A5-AD3E014666D3}" destId="{04190BCD-64DF-41E2-81F0-CA349CC22CDB}" srcOrd="5" destOrd="0" presId="urn:microsoft.com/office/officeart/2005/8/layout/list1"/>
    <dgm:cxn modelId="{A4C8FFAA-C60F-4CF8-A5B0-BA3BCD0DC312}" type="presParOf" srcId="{C006FCF1-344C-44E1-A0A5-AD3E014666D3}" destId="{4C7ECCDA-A2F6-487A-8D55-C016AA1FB16F}" srcOrd="6" destOrd="0" presId="urn:microsoft.com/office/officeart/2005/8/layout/list1"/>
    <dgm:cxn modelId="{506AA9C7-3DAF-4DE7-9AFE-34C7896D583C}" type="presParOf" srcId="{C006FCF1-344C-44E1-A0A5-AD3E014666D3}" destId="{42D8AF04-3CCC-4F87-8E85-B436B442A773}" srcOrd="7" destOrd="0" presId="urn:microsoft.com/office/officeart/2005/8/layout/list1"/>
    <dgm:cxn modelId="{AE597396-4138-4163-ACE7-5250E5FBA203}" type="presParOf" srcId="{C006FCF1-344C-44E1-A0A5-AD3E014666D3}" destId="{26549B7E-60C0-442D-A0B2-7C0578AEBC1D}" srcOrd="8" destOrd="0" presId="urn:microsoft.com/office/officeart/2005/8/layout/list1"/>
    <dgm:cxn modelId="{32AA3AA9-2F93-4F6E-9D09-78FC5180743D}" type="presParOf" srcId="{26549B7E-60C0-442D-A0B2-7C0578AEBC1D}" destId="{920D72E7-68F6-4143-8D20-AA675A1EDE21}" srcOrd="0" destOrd="0" presId="urn:microsoft.com/office/officeart/2005/8/layout/list1"/>
    <dgm:cxn modelId="{6C960B49-C934-4F58-81AA-320C3A7B3323}" type="presParOf" srcId="{26549B7E-60C0-442D-A0B2-7C0578AEBC1D}" destId="{CF4C5E0F-DD3B-49BF-987F-595B1F9E8B9D}" srcOrd="1" destOrd="0" presId="urn:microsoft.com/office/officeart/2005/8/layout/list1"/>
    <dgm:cxn modelId="{69E43ACC-6E83-4A4B-A934-8B72B187EDA6}" type="presParOf" srcId="{C006FCF1-344C-44E1-A0A5-AD3E014666D3}" destId="{BA29F167-9555-4703-8CBC-B8A2F862AED0}" srcOrd="9" destOrd="0" presId="urn:microsoft.com/office/officeart/2005/8/layout/list1"/>
    <dgm:cxn modelId="{39BD71E8-B701-4D08-8AE9-86F6F2E62052}" type="presParOf" srcId="{C006FCF1-344C-44E1-A0A5-AD3E014666D3}" destId="{EA9DF94B-A564-45B7-AD9C-51DBC8DD4A62}" srcOrd="10" destOrd="0" presId="urn:microsoft.com/office/officeart/2005/8/layout/list1"/>
    <dgm:cxn modelId="{C07D7FC2-3AF3-4BCB-87C0-039A95FA839B}" type="presParOf" srcId="{C006FCF1-344C-44E1-A0A5-AD3E014666D3}" destId="{10CD4F52-00A7-4A0F-9C26-E901C9809C30}" srcOrd="11" destOrd="0" presId="urn:microsoft.com/office/officeart/2005/8/layout/list1"/>
    <dgm:cxn modelId="{C21629CB-7D65-483F-86C1-56F2B6A9B8A1}" type="presParOf" srcId="{C006FCF1-344C-44E1-A0A5-AD3E014666D3}" destId="{C4D89ECA-B616-4BB7-9CFA-4200EE2FCBB1}" srcOrd="12" destOrd="0" presId="urn:microsoft.com/office/officeart/2005/8/layout/list1"/>
    <dgm:cxn modelId="{68FD1046-2337-4946-8352-AE18A07B229D}" type="presParOf" srcId="{C4D89ECA-B616-4BB7-9CFA-4200EE2FCBB1}" destId="{E35A2FFA-8E5A-4FF8-8344-A3B53A0632FE}" srcOrd="0" destOrd="0" presId="urn:microsoft.com/office/officeart/2005/8/layout/list1"/>
    <dgm:cxn modelId="{F1FA324E-553E-4DE5-913F-2DF71B0B4FCC}" type="presParOf" srcId="{C4D89ECA-B616-4BB7-9CFA-4200EE2FCBB1}" destId="{DADECA9D-8E40-41A3-B0D2-332974ACC9F4}" srcOrd="1" destOrd="0" presId="urn:microsoft.com/office/officeart/2005/8/layout/list1"/>
    <dgm:cxn modelId="{AA04B672-6726-40F8-8DC6-577CCAC0502A}" type="presParOf" srcId="{C006FCF1-344C-44E1-A0A5-AD3E014666D3}" destId="{28E9610D-D0FC-4270-AE3C-4E607C896EAE}" srcOrd="13" destOrd="0" presId="urn:microsoft.com/office/officeart/2005/8/layout/list1"/>
    <dgm:cxn modelId="{E73ABD89-50D1-4AA3-B6E5-C440BAF6D8C3}" type="presParOf" srcId="{C006FCF1-344C-44E1-A0A5-AD3E014666D3}" destId="{EAEBED3A-B1EE-4340-9590-F118672EE45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477409-4C78-4E58-8A42-55CD6BEC93EF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ED3F46-B220-42EB-9490-EF40266EBD9C}">
      <dgm:prSet phldrT="[Text]"/>
      <dgm:spPr/>
      <dgm:t>
        <a:bodyPr/>
        <a:lstStyle/>
        <a:p>
          <a:r>
            <a:rPr lang="en-US"/>
            <a:t>DUYỆT TRIỂN KHAI</a:t>
          </a:r>
        </a:p>
      </dgm:t>
    </dgm:pt>
    <dgm:pt modelId="{3BD3597E-1F22-42B6-8EA4-653E1691B915}" type="parTrans" cxnId="{D7F8FBAC-13D7-4A0C-8084-7BE5C382B562}">
      <dgm:prSet/>
      <dgm:spPr/>
      <dgm:t>
        <a:bodyPr/>
        <a:lstStyle/>
        <a:p>
          <a:endParaRPr lang="en-US"/>
        </a:p>
      </dgm:t>
    </dgm:pt>
    <dgm:pt modelId="{EF418A6C-98FA-4DBB-8450-50639901B6E6}" type="sibTrans" cxnId="{D7F8FBAC-13D7-4A0C-8084-7BE5C382B562}">
      <dgm:prSet/>
      <dgm:spPr/>
      <dgm:t>
        <a:bodyPr/>
        <a:lstStyle/>
        <a:p>
          <a:endParaRPr lang="en-US"/>
        </a:p>
      </dgm:t>
    </dgm:pt>
    <dgm:pt modelId="{367DF083-F8A8-495A-A1F1-2657DF89044B}">
      <dgm:prSet phldrT="[Text]"/>
      <dgm:spPr/>
      <dgm:t>
        <a:bodyPr/>
        <a:lstStyle/>
        <a:p>
          <a:r>
            <a:rPr lang="en-US"/>
            <a:t>Đánh giá nhu cầu và mức độ phù hợp</a:t>
          </a:r>
        </a:p>
      </dgm:t>
    </dgm:pt>
    <dgm:pt modelId="{A54602FD-B7DC-4FC1-BC74-FC7486878591}" type="parTrans" cxnId="{4A3EC34B-E859-4694-9571-80A9F917DE27}">
      <dgm:prSet/>
      <dgm:spPr/>
      <dgm:t>
        <a:bodyPr/>
        <a:lstStyle/>
        <a:p>
          <a:endParaRPr lang="en-US"/>
        </a:p>
      </dgm:t>
    </dgm:pt>
    <dgm:pt modelId="{F80262E6-348B-4C43-9162-C8768B810AFE}" type="sibTrans" cxnId="{4A3EC34B-E859-4694-9571-80A9F917DE27}">
      <dgm:prSet/>
      <dgm:spPr/>
      <dgm:t>
        <a:bodyPr/>
        <a:lstStyle/>
        <a:p>
          <a:endParaRPr lang="en-US"/>
        </a:p>
      </dgm:t>
    </dgm:pt>
    <dgm:pt modelId="{E0110768-8A53-405A-875B-5F0116452E86}">
      <dgm:prSet phldrT="[Text]"/>
      <dgm:spPr/>
      <dgm:t>
        <a:bodyPr/>
        <a:lstStyle/>
        <a:p>
          <a:r>
            <a:rPr lang="en-US"/>
            <a:t>YÊU CẦU TRIỂN KHAI</a:t>
          </a:r>
        </a:p>
      </dgm:t>
    </dgm:pt>
    <dgm:pt modelId="{32B9AB0A-EE8C-493D-8186-92F2106FDAF8}" type="parTrans" cxnId="{26892BFA-E876-4197-AAFF-3A445C78939D}">
      <dgm:prSet/>
      <dgm:spPr/>
      <dgm:t>
        <a:bodyPr/>
        <a:lstStyle/>
        <a:p>
          <a:endParaRPr lang="en-US"/>
        </a:p>
      </dgm:t>
    </dgm:pt>
    <dgm:pt modelId="{824F1B23-7CEA-4013-8EE0-0A1E88C4BDC2}" type="sibTrans" cxnId="{26892BFA-E876-4197-AAFF-3A445C78939D}">
      <dgm:prSet/>
      <dgm:spPr/>
      <dgm:t>
        <a:bodyPr/>
        <a:lstStyle/>
        <a:p>
          <a:endParaRPr lang="en-US"/>
        </a:p>
      </dgm:t>
    </dgm:pt>
    <dgm:pt modelId="{E513ADB0-6192-4B75-A345-29DF4080046A}">
      <dgm:prSet phldrT="[Text]"/>
      <dgm:spPr/>
      <dgm:t>
        <a:bodyPr/>
        <a:lstStyle/>
        <a:p>
          <a:r>
            <a:rPr lang="en-US" dirty="0" err="1"/>
            <a:t>Chỉ</a:t>
          </a:r>
          <a:r>
            <a:rPr lang="en-US" dirty="0"/>
            <a:t> </a:t>
          </a:r>
          <a:r>
            <a:rPr lang="en-US" dirty="0" err="1"/>
            <a:t>yêu</a:t>
          </a:r>
          <a:r>
            <a:rPr lang="en-US" dirty="0"/>
            <a:t> </a:t>
          </a:r>
          <a:r>
            <a:rPr lang="en-US" dirty="0" err="1"/>
            <a:t>cầu</a:t>
          </a:r>
          <a:r>
            <a:rPr lang="en-US" dirty="0"/>
            <a:t> </a:t>
          </a:r>
          <a:r>
            <a:rPr lang="en-US" dirty="0" err="1"/>
            <a:t>triển</a:t>
          </a:r>
          <a:r>
            <a:rPr lang="en-US" dirty="0"/>
            <a:t> khai </a:t>
          </a:r>
          <a:r>
            <a:rPr lang="en-US" dirty="0" err="1"/>
            <a:t>khi</a:t>
          </a:r>
          <a:r>
            <a:rPr lang="en-US" dirty="0"/>
            <a:t> </a:t>
          </a:r>
          <a:r>
            <a:rPr lang="en-US" dirty="0" err="1"/>
            <a:t>đã</a:t>
          </a:r>
          <a:r>
            <a:rPr lang="en-US" dirty="0"/>
            <a:t> </a:t>
          </a:r>
          <a:r>
            <a:rPr lang="en-US" dirty="0" err="1"/>
            <a:t>được</a:t>
          </a:r>
          <a:r>
            <a:rPr lang="en-US" dirty="0"/>
            <a:t> </a:t>
          </a:r>
          <a:r>
            <a:rPr lang="en-US" dirty="0" err="1"/>
            <a:t>duyệt</a:t>
          </a:r>
          <a:r>
            <a:rPr lang="en-US" dirty="0"/>
            <a:t> </a:t>
          </a:r>
        </a:p>
      </dgm:t>
    </dgm:pt>
    <dgm:pt modelId="{0D91A385-43F0-4A29-987A-F872F80CD8C1}" type="parTrans" cxnId="{7D9FD7B2-B0BD-4603-8888-C1E9AE563B18}">
      <dgm:prSet/>
      <dgm:spPr/>
      <dgm:t>
        <a:bodyPr/>
        <a:lstStyle/>
        <a:p>
          <a:endParaRPr lang="en-US"/>
        </a:p>
      </dgm:t>
    </dgm:pt>
    <dgm:pt modelId="{70711895-1793-4A3B-AAFE-A63034A63819}" type="sibTrans" cxnId="{7D9FD7B2-B0BD-4603-8888-C1E9AE563B18}">
      <dgm:prSet/>
      <dgm:spPr/>
      <dgm:t>
        <a:bodyPr/>
        <a:lstStyle/>
        <a:p>
          <a:endParaRPr lang="en-US"/>
        </a:p>
      </dgm:t>
    </dgm:pt>
    <dgm:pt modelId="{2B7C02A6-44A9-49E1-907C-D6C21DCEB61D}">
      <dgm:prSet phldrT="[Text]"/>
      <dgm:spPr/>
      <dgm:t>
        <a:bodyPr/>
        <a:lstStyle/>
        <a:p>
          <a:r>
            <a:rPr lang="en-US"/>
            <a:t>HỖ TRỢ TÍCH HỢP</a:t>
          </a:r>
        </a:p>
      </dgm:t>
    </dgm:pt>
    <dgm:pt modelId="{159A0DC0-ABBD-41EB-B603-A7DF6791A66F}" type="parTrans" cxnId="{5930FB08-1DB7-4D2C-AC9D-7A1B5324A20D}">
      <dgm:prSet/>
      <dgm:spPr/>
      <dgm:t>
        <a:bodyPr/>
        <a:lstStyle/>
        <a:p>
          <a:endParaRPr lang="en-US"/>
        </a:p>
      </dgm:t>
    </dgm:pt>
    <dgm:pt modelId="{60C82C26-4C49-4CAB-8198-26E42CFF0CCA}" type="sibTrans" cxnId="{5930FB08-1DB7-4D2C-AC9D-7A1B5324A20D}">
      <dgm:prSet/>
      <dgm:spPr/>
      <dgm:t>
        <a:bodyPr/>
        <a:lstStyle/>
        <a:p>
          <a:endParaRPr lang="en-US"/>
        </a:p>
      </dgm:t>
    </dgm:pt>
    <dgm:pt modelId="{D1D1D669-1166-4A5C-B197-C6B723B2B68C}">
      <dgm:prSet phldrT="[Text]"/>
      <dgm:spPr/>
      <dgm:t>
        <a:bodyPr/>
        <a:lstStyle/>
        <a:p>
          <a:r>
            <a:rPr lang="en-US"/>
            <a:t>NGHIỆM THU</a:t>
          </a:r>
        </a:p>
      </dgm:t>
    </dgm:pt>
    <dgm:pt modelId="{0613D39E-4B41-4B41-A088-375AEE670555}" type="parTrans" cxnId="{2A4B8680-63D7-4372-A419-7BAB97B8860A}">
      <dgm:prSet/>
      <dgm:spPr/>
      <dgm:t>
        <a:bodyPr/>
        <a:lstStyle/>
        <a:p>
          <a:endParaRPr lang="en-US"/>
        </a:p>
      </dgm:t>
    </dgm:pt>
    <dgm:pt modelId="{F590191D-B373-4FDA-B335-A860426D2184}" type="sibTrans" cxnId="{2A4B8680-63D7-4372-A419-7BAB97B8860A}">
      <dgm:prSet/>
      <dgm:spPr/>
      <dgm:t>
        <a:bodyPr/>
        <a:lstStyle/>
        <a:p>
          <a:endParaRPr lang="en-US"/>
        </a:p>
      </dgm:t>
    </dgm:pt>
    <dgm:pt modelId="{29EA6F35-299B-41A1-8586-4A380D9C8C42}">
      <dgm:prSet phldrT="[Text]"/>
      <dgm:spPr/>
      <dgm:t>
        <a:bodyPr/>
        <a:lstStyle/>
        <a:p>
          <a:r>
            <a:rPr lang="en-US"/>
            <a:t>Trình duyệt triển khai</a:t>
          </a:r>
        </a:p>
      </dgm:t>
    </dgm:pt>
    <dgm:pt modelId="{6DE5BFB9-4C41-473E-8D11-C9436D9BEC90}" type="parTrans" cxnId="{B1545925-1A73-45A2-AD64-6CAA677B43F2}">
      <dgm:prSet/>
      <dgm:spPr/>
      <dgm:t>
        <a:bodyPr/>
        <a:lstStyle/>
        <a:p>
          <a:endParaRPr lang="en-US"/>
        </a:p>
      </dgm:t>
    </dgm:pt>
    <dgm:pt modelId="{904079DC-12DE-46CD-95E4-7B3A239B8CD9}" type="sibTrans" cxnId="{B1545925-1A73-45A2-AD64-6CAA677B43F2}">
      <dgm:prSet/>
      <dgm:spPr/>
      <dgm:t>
        <a:bodyPr/>
        <a:lstStyle/>
        <a:p>
          <a:endParaRPr lang="en-US"/>
        </a:p>
      </dgm:t>
    </dgm:pt>
    <dgm:pt modelId="{51C3DDB6-1E5F-46F3-A86E-E4915A27863D}">
      <dgm:prSet phldrT="[Text]"/>
      <dgm:spPr/>
      <dgm:t>
        <a:bodyPr/>
        <a:lstStyle/>
        <a:p>
          <a:r>
            <a:rPr lang="en-US" dirty="0" err="1"/>
            <a:t>Triển</a:t>
          </a:r>
          <a:r>
            <a:rPr lang="en-US" dirty="0"/>
            <a:t> khai dịch vụ: Direct Debit</a:t>
          </a:r>
        </a:p>
      </dgm:t>
    </dgm:pt>
    <dgm:pt modelId="{6F542E50-9AA4-48B9-8EF9-D83FF5084D91}" type="parTrans" cxnId="{C8D742E9-BF4B-41AD-A7F7-870152346808}">
      <dgm:prSet/>
      <dgm:spPr/>
      <dgm:t>
        <a:bodyPr/>
        <a:lstStyle/>
        <a:p>
          <a:endParaRPr lang="en-US"/>
        </a:p>
      </dgm:t>
    </dgm:pt>
    <dgm:pt modelId="{2E44859B-C12C-4D4E-84B3-F2DB8AECC5F5}" type="sibTrans" cxnId="{C8D742E9-BF4B-41AD-A7F7-870152346808}">
      <dgm:prSet/>
      <dgm:spPr/>
      <dgm:t>
        <a:bodyPr/>
        <a:lstStyle/>
        <a:p>
          <a:endParaRPr lang="en-US"/>
        </a:p>
      </dgm:t>
    </dgm:pt>
    <dgm:pt modelId="{BEA795AA-97D5-45D7-90CD-BFF01E273689}" type="pres">
      <dgm:prSet presAssocID="{69477409-4C78-4E58-8A42-55CD6BEC93EF}" presName="rootnode" presStyleCnt="0">
        <dgm:presLayoutVars>
          <dgm:chMax/>
          <dgm:chPref/>
          <dgm:dir/>
          <dgm:animLvl val="lvl"/>
        </dgm:presLayoutVars>
      </dgm:prSet>
      <dgm:spPr/>
    </dgm:pt>
    <dgm:pt modelId="{E5D5FD14-DEDF-499E-93B5-BFCFF4349784}" type="pres">
      <dgm:prSet presAssocID="{5EED3F46-B220-42EB-9490-EF40266EBD9C}" presName="composite" presStyleCnt="0"/>
      <dgm:spPr/>
    </dgm:pt>
    <dgm:pt modelId="{AE1EDDE5-E3DB-4F94-95CC-06DEDBC96D7D}" type="pres">
      <dgm:prSet presAssocID="{5EED3F46-B220-42EB-9490-EF40266EBD9C}" presName="bentUpArrow1" presStyleLbl="alignImgPlace1" presStyleIdx="0" presStyleCnt="3"/>
      <dgm:spPr/>
    </dgm:pt>
    <dgm:pt modelId="{EB61ED04-BF26-42DB-9EE0-133053B3917E}" type="pres">
      <dgm:prSet presAssocID="{5EED3F46-B220-42EB-9490-EF40266EBD9C}" presName="ParentText" presStyleLbl="node1" presStyleIdx="0" presStyleCnt="4">
        <dgm:presLayoutVars>
          <dgm:chMax val="1"/>
          <dgm:chPref val="1"/>
          <dgm:bulletEnabled val="1"/>
        </dgm:presLayoutVars>
      </dgm:prSet>
      <dgm:spPr/>
    </dgm:pt>
    <dgm:pt modelId="{21F0B621-1722-42A7-AE78-D366AA7AED00}" type="pres">
      <dgm:prSet presAssocID="{5EED3F46-B220-42EB-9490-EF40266EBD9C}" presName="ChildText" presStyleLbl="revTx" presStyleIdx="0" presStyleCnt="3" custScaleX="364489" custLinFactX="44228" custLinFactNeighborX="100000" custLinFactNeighborY="1980">
        <dgm:presLayoutVars>
          <dgm:chMax val="0"/>
          <dgm:chPref val="0"/>
          <dgm:bulletEnabled val="1"/>
        </dgm:presLayoutVars>
      </dgm:prSet>
      <dgm:spPr/>
    </dgm:pt>
    <dgm:pt modelId="{1F786D14-D624-43B3-BF30-6283D5A0CC6D}" type="pres">
      <dgm:prSet presAssocID="{EF418A6C-98FA-4DBB-8450-50639901B6E6}" presName="sibTrans" presStyleCnt="0"/>
      <dgm:spPr/>
    </dgm:pt>
    <dgm:pt modelId="{CC7E15F1-BF49-49A2-9C02-A05C0534B0FA}" type="pres">
      <dgm:prSet presAssocID="{E0110768-8A53-405A-875B-5F0116452E86}" presName="composite" presStyleCnt="0"/>
      <dgm:spPr/>
    </dgm:pt>
    <dgm:pt modelId="{E1382052-A0C8-4274-8923-420EA0E2025A}" type="pres">
      <dgm:prSet presAssocID="{E0110768-8A53-405A-875B-5F0116452E86}" presName="bentUpArrow1" presStyleLbl="alignImgPlace1" presStyleIdx="1" presStyleCnt="3"/>
      <dgm:spPr/>
    </dgm:pt>
    <dgm:pt modelId="{1E572BD0-1E8E-41DC-B931-B6A9928DF5AF}" type="pres">
      <dgm:prSet presAssocID="{E0110768-8A53-405A-875B-5F0116452E86}" presName="ParentText" presStyleLbl="node1" presStyleIdx="1" presStyleCnt="4">
        <dgm:presLayoutVars>
          <dgm:chMax val="1"/>
          <dgm:chPref val="1"/>
          <dgm:bulletEnabled val="1"/>
        </dgm:presLayoutVars>
      </dgm:prSet>
      <dgm:spPr/>
    </dgm:pt>
    <dgm:pt modelId="{1114E9D2-115E-402E-B2CB-A5ED4EB645AE}" type="pres">
      <dgm:prSet presAssocID="{E0110768-8A53-405A-875B-5F0116452E86}" presName="ChildText" presStyleLbl="revTx" presStyleIdx="1" presStyleCnt="3" custScaleX="338759" custLinFactX="22260" custLinFactNeighborX="100000" custLinFactNeighborY="8913">
        <dgm:presLayoutVars>
          <dgm:chMax val="0"/>
          <dgm:chPref val="0"/>
          <dgm:bulletEnabled val="1"/>
        </dgm:presLayoutVars>
      </dgm:prSet>
      <dgm:spPr/>
    </dgm:pt>
    <dgm:pt modelId="{AC2851AD-AD87-450E-B917-E8407AA58501}" type="pres">
      <dgm:prSet presAssocID="{824F1B23-7CEA-4013-8EE0-0A1E88C4BDC2}" presName="sibTrans" presStyleCnt="0"/>
      <dgm:spPr/>
    </dgm:pt>
    <dgm:pt modelId="{35F8541D-8555-4288-8EB3-DA8DBE1D65A1}" type="pres">
      <dgm:prSet presAssocID="{2B7C02A6-44A9-49E1-907C-D6C21DCEB61D}" presName="composite" presStyleCnt="0"/>
      <dgm:spPr/>
    </dgm:pt>
    <dgm:pt modelId="{E8081538-9DB4-4B28-84C4-D711693BF020}" type="pres">
      <dgm:prSet presAssocID="{2B7C02A6-44A9-49E1-907C-D6C21DCEB61D}" presName="bentUpArrow1" presStyleLbl="alignImgPlace1" presStyleIdx="2" presStyleCnt="3"/>
      <dgm:spPr/>
    </dgm:pt>
    <dgm:pt modelId="{53467479-300B-4A02-A6C5-33200A24DC04}" type="pres">
      <dgm:prSet presAssocID="{2B7C02A6-44A9-49E1-907C-D6C21DCEB61D}" presName="ParentText" presStyleLbl="node1" presStyleIdx="2" presStyleCnt="4">
        <dgm:presLayoutVars>
          <dgm:chMax val="1"/>
          <dgm:chPref val="1"/>
          <dgm:bulletEnabled val="1"/>
        </dgm:presLayoutVars>
      </dgm:prSet>
      <dgm:spPr/>
    </dgm:pt>
    <dgm:pt modelId="{456DFD4A-51FE-421A-885A-C652A21D62F0}" type="pres">
      <dgm:prSet presAssocID="{2B7C02A6-44A9-49E1-907C-D6C21DCEB61D}" presName="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4EBA6EBD-0FB4-4F29-9F19-AA9F96598658}" type="pres">
      <dgm:prSet presAssocID="{60C82C26-4C49-4CAB-8198-26E42CFF0CCA}" presName="sibTrans" presStyleCnt="0"/>
      <dgm:spPr/>
    </dgm:pt>
    <dgm:pt modelId="{7F19BE18-8A2A-4CF9-A52C-112BF3211FDA}" type="pres">
      <dgm:prSet presAssocID="{D1D1D669-1166-4A5C-B197-C6B723B2B68C}" presName="composite" presStyleCnt="0"/>
      <dgm:spPr/>
    </dgm:pt>
    <dgm:pt modelId="{A322B5C8-4FE4-46D1-9C11-F7B5F2BDF5E2}" type="pres">
      <dgm:prSet presAssocID="{D1D1D669-1166-4A5C-B197-C6B723B2B68C}" presName="ParentText" presStyleLbl="node1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5930FB08-1DB7-4D2C-AC9D-7A1B5324A20D}" srcId="{69477409-4C78-4E58-8A42-55CD6BEC93EF}" destId="{2B7C02A6-44A9-49E1-907C-D6C21DCEB61D}" srcOrd="2" destOrd="0" parTransId="{159A0DC0-ABBD-41EB-B603-A7DF6791A66F}" sibTransId="{60C82C26-4C49-4CAB-8198-26E42CFF0CCA}"/>
    <dgm:cxn modelId="{D34D260D-0EB1-45C8-B927-94601A784E33}" type="presOf" srcId="{367DF083-F8A8-495A-A1F1-2657DF89044B}" destId="{21F0B621-1722-42A7-AE78-D366AA7AED00}" srcOrd="0" destOrd="0" presId="urn:microsoft.com/office/officeart/2005/8/layout/StepDownProcess"/>
    <dgm:cxn modelId="{406D230F-C73B-4086-B787-63E072486D85}" type="presOf" srcId="{5EED3F46-B220-42EB-9490-EF40266EBD9C}" destId="{EB61ED04-BF26-42DB-9EE0-133053B3917E}" srcOrd="0" destOrd="0" presId="urn:microsoft.com/office/officeart/2005/8/layout/StepDownProcess"/>
    <dgm:cxn modelId="{726ECC18-1DCD-4E65-894A-45929E1DB069}" type="presOf" srcId="{2B7C02A6-44A9-49E1-907C-D6C21DCEB61D}" destId="{53467479-300B-4A02-A6C5-33200A24DC04}" srcOrd="0" destOrd="0" presId="urn:microsoft.com/office/officeart/2005/8/layout/StepDownProcess"/>
    <dgm:cxn modelId="{B1545925-1A73-45A2-AD64-6CAA677B43F2}" srcId="{5EED3F46-B220-42EB-9490-EF40266EBD9C}" destId="{29EA6F35-299B-41A1-8586-4A380D9C8C42}" srcOrd="1" destOrd="0" parTransId="{6DE5BFB9-4C41-473E-8D11-C9436D9BEC90}" sibTransId="{904079DC-12DE-46CD-95E4-7B3A239B8CD9}"/>
    <dgm:cxn modelId="{E4223548-5CC6-40A6-8380-19582753B263}" type="presOf" srcId="{29EA6F35-299B-41A1-8586-4A380D9C8C42}" destId="{21F0B621-1722-42A7-AE78-D366AA7AED00}" srcOrd="0" destOrd="1" presId="urn:microsoft.com/office/officeart/2005/8/layout/StepDownProcess"/>
    <dgm:cxn modelId="{D1D92849-F3DF-4524-8CC0-9CCF810326FF}" type="presOf" srcId="{E0110768-8A53-405A-875B-5F0116452E86}" destId="{1E572BD0-1E8E-41DC-B931-B6A9928DF5AF}" srcOrd="0" destOrd="0" presId="urn:microsoft.com/office/officeart/2005/8/layout/StepDownProcess"/>
    <dgm:cxn modelId="{4A3EC34B-E859-4694-9571-80A9F917DE27}" srcId="{5EED3F46-B220-42EB-9490-EF40266EBD9C}" destId="{367DF083-F8A8-495A-A1F1-2657DF89044B}" srcOrd="0" destOrd="0" parTransId="{A54602FD-B7DC-4FC1-BC74-FC7486878591}" sibTransId="{F80262E6-348B-4C43-9162-C8768B810AFE}"/>
    <dgm:cxn modelId="{6916576C-7CE1-4634-B13F-D507D8C5577D}" type="presOf" srcId="{51C3DDB6-1E5F-46F3-A86E-E4915A27863D}" destId="{1114E9D2-115E-402E-B2CB-A5ED4EB645AE}" srcOrd="0" destOrd="1" presId="urn:microsoft.com/office/officeart/2005/8/layout/StepDownProcess"/>
    <dgm:cxn modelId="{2A4B8680-63D7-4372-A419-7BAB97B8860A}" srcId="{69477409-4C78-4E58-8A42-55CD6BEC93EF}" destId="{D1D1D669-1166-4A5C-B197-C6B723B2B68C}" srcOrd="3" destOrd="0" parTransId="{0613D39E-4B41-4B41-A088-375AEE670555}" sibTransId="{F590191D-B373-4FDA-B335-A860426D2184}"/>
    <dgm:cxn modelId="{D7F8FBAC-13D7-4A0C-8084-7BE5C382B562}" srcId="{69477409-4C78-4E58-8A42-55CD6BEC93EF}" destId="{5EED3F46-B220-42EB-9490-EF40266EBD9C}" srcOrd="0" destOrd="0" parTransId="{3BD3597E-1F22-42B6-8EA4-653E1691B915}" sibTransId="{EF418A6C-98FA-4DBB-8450-50639901B6E6}"/>
    <dgm:cxn modelId="{7D9FD7B2-B0BD-4603-8888-C1E9AE563B18}" srcId="{E0110768-8A53-405A-875B-5F0116452E86}" destId="{E513ADB0-6192-4B75-A345-29DF4080046A}" srcOrd="0" destOrd="0" parTransId="{0D91A385-43F0-4A29-987A-F872F80CD8C1}" sibTransId="{70711895-1793-4A3B-AAFE-A63034A63819}"/>
    <dgm:cxn modelId="{01EDFFBE-B435-4EAF-8EE4-85E6CDAF5182}" type="presOf" srcId="{69477409-4C78-4E58-8A42-55CD6BEC93EF}" destId="{BEA795AA-97D5-45D7-90CD-BFF01E273689}" srcOrd="0" destOrd="0" presId="urn:microsoft.com/office/officeart/2005/8/layout/StepDownProcess"/>
    <dgm:cxn modelId="{6E70FED0-D30D-48AB-8DFC-5DF712677C4D}" type="presOf" srcId="{E513ADB0-6192-4B75-A345-29DF4080046A}" destId="{1114E9D2-115E-402E-B2CB-A5ED4EB645AE}" srcOrd="0" destOrd="0" presId="urn:microsoft.com/office/officeart/2005/8/layout/StepDownProcess"/>
    <dgm:cxn modelId="{C8D742E9-BF4B-41AD-A7F7-870152346808}" srcId="{E0110768-8A53-405A-875B-5F0116452E86}" destId="{51C3DDB6-1E5F-46F3-A86E-E4915A27863D}" srcOrd="1" destOrd="0" parTransId="{6F542E50-9AA4-48B9-8EF9-D83FF5084D91}" sibTransId="{2E44859B-C12C-4D4E-84B3-F2DB8AECC5F5}"/>
    <dgm:cxn modelId="{A325D8F8-3766-48A4-941A-45D08519FC32}" type="presOf" srcId="{D1D1D669-1166-4A5C-B197-C6B723B2B68C}" destId="{A322B5C8-4FE4-46D1-9C11-F7B5F2BDF5E2}" srcOrd="0" destOrd="0" presId="urn:microsoft.com/office/officeart/2005/8/layout/StepDownProcess"/>
    <dgm:cxn modelId="{26892BFA-E876-4197-AAFF-3A445C78939D}" srcId="{69477409-4C78-4E58-8A42-55CD6BEC93EF}" destId="{E0110768-8A53-405A-875B-5F0116452E86}" srcOrd="1" destOrd="0" parTransId="{32B9AB0A-EE8C-493D-8186-92F2106FDAF8}" sibTransId="{824F1B23-7CEA-4013-8EE0-0A1E88C4BDC2}"/>
    <dgm:cxn modelId="{D1B11B19-8DB9-4ADD-AF04-C88A7394159D}" type="presParOf" srcId="{BEA795AA-97D5-45D7-90CD-BFF01E273689}" destId="{E5D5FD14-DEDF-499E-93B5-BFCFF4349784}" srcOrd="0" destOrd="0" presId="urn:microsoft.com/office/officeart/2005/8/layout/StepDownProcess"/>
    <dgm:cxn modelId="{76B68446-A7F7-4D43-A0DD-2A219045C7C0}" type="presParOf" srcId="{E5D5FD14-DEDF-499E-93B5-BFCFF4349784}" destId="{AE1EDDE5-E3DB-4F94-95CC-06DEDBC96D7D}" srcOrd="0" destOrd="0" presId="urn:microsoft.com/office/officeart/2005/8/layout/StepDownProcess"/>
    <dgm:cxn modelId="{06C95BC9-1022-45EF-80DA-FA9A09CF0723}" type="presParOf" srcId="{E5D5FD14-DEDF-499E-93B5-BFCFF4349784}" destId="{EB61ED04-BF26-42DB-9EE0-133053B3917E}" srcOrd="1" destOrd="0" presId="urn:microsoft.com/office/officeart/2005/8/layout/StepDownProcess"/>
    <dgm:cxn modelId="{1E33BA42-0832-4D89-B329-7E81EBD67064}" type="presParOf" srcId="{E5D5FD14-DEDF-499E-93B5-BFCFF4349784}" destId="{21F0B621-1722-42A7-AE78-D366AA7AED00}" srcOrd="2" destOrd="0" presId="urn:microsoft.com/office/officeart/2005/8/layout/StepDownProcess"/>
    <dgm:cxn modelId="{0DDB3A97-10EC-4E5D-A197-B6370CAF0C76}" type="presParOf" srcId="{BEA795AA-97D5-45D7-90CD-BFF01E273689}" destId="{1F786D14-D624-43B3-BF30-6283D5A0CC6D}" srcOrd="1" destOrd="0" presId="urn:microsoft.com/office/officeart/2005/8/layout/StepDownProcess"/>
    <dgm:cxn modelId="{8790B770-AD20-4DC5-93EE-731EA8DAF863}" type="presParOf" srcId="{BEA795AA-97D5-45D7-90CD-BFF01E273689}" destId="{CC7E15F1-BF49-49A2-9C02-A05C0534B0FA}" srcOrd="2" destOrd="0" presId="urn:microsoft.com/office/officeart/2005/8/layout/StepDownProcess"/>
    <dgm:cxn modelId="{15005BB3-3DBC-4075-8D23-AB7AC1424B28}" type="presParOf" srcId="{CC7E15F1-BF49-49A2-9C02-A05C0534B0FA}" destId="{E1382052-A0C8-4274-8923-420EA0E2025A}" srcOrd="0" destOrd="0" presId="urn:microsoft.com/office/officeart/2005/8/layout/StepDownProcess"/>
    <dgm:cxn modelId="{6A399D93-FB24-4DE1-ADD2-D6EC30F066A5}" type="presParOf" srcId="{CC7E15F1-BF49-49A2-9C02-A05C0534B0FA}" destId="{1E572BD0-1E8E-41DC-B931-B6A9928DF5AF}" srcOrd="1" destOrd="0" presId="urn:microsoft.com/office/officeart/2005/8/layout/StepDownProcess"/>
    <dgm:cxn modelId="{EED27B9F-833D-424F-8412-1053ADFFC4B5}" type="presParOf" srcId="{CC7E15F1-BF49-49A2-9C02-A05C0534B0FA}" destId="{1114E9D2-115E-402E-B2CB-A5ED4EB645AE}" srcOrd="2" destOrd="0" presId="urn:microsoft.com/office/officeart/2005/8/layout/StepDownProcess"/>
    <dgm:cxn modelId="{431DA4FF-F291-4218-8F4B-4572E4F85607}" type="presParOf" srcId="{BEA795AA-97D5-45D7-90CD-BFF01E273689}" destId="{AC2851AD-AD87-450E-B917-E8407AA58501}" srcOrd="3" destOrd="0" presId="urn:microsoft.com/office/officeart/2005/8/layout/StepDownProcess"/>
    <dgm:cxn modelId="{BF040511-FBE3-4A25-A2D9-3B85783B2430}" type="presParOf" srcId="{BEA795AA-97D5-45D7-90CD-BFF01E273689}" destId="{35F8541D-8555-4288-8EB3-DA8DBE1D65A1}" srcOrd="4" destOrd="0" presId="urn:microsoft.com/office/officeart/2005/8/layout/StepDownProcess"/>
    <dgm:cxn modelId="{977BED4C-A56C-418E-BF01-39A3ACC932D9}" type="presParOf" srcId="{35F8541D-8555-4288-8EB3-DA8DBE1D65A1}" destId="{E8081538-9DB4-4B28-84C4-D711693BF020}" srcOrd="0" destOrd="0" presId="urn:microsoft.com/office/officeart/2005/8/layout/StepDownProcess"/>
    <dgm:cxn modelId="{AB0116CF-7A55-4269-A695-E96BD262E01B}" type="presParOf" srcId="{35F8541D-8555-4288-8EB3-DA8DBE1D65A1}" destId="{53467479-300B-4A02-A6C5-33200A24DC04}" srcOrd="1" destOrd="0" presId="urn:microsoft.com/office/officeart/2005/8/layout/StepDownProcess"/>
    <dgm:cxn modelId="{AABEDE06-FAEB-45C9-8FA3-BD5A1971BBCF}" type="presParOf" srcId="{35F8541D-8555-4288-8EB3-DA8DBE1D65A1}" destId="{456DFD4A-51FE-421A-885A-C652A21D62F0}" srcOrd="2" destOrd="0" presId="urn:microsoft.com/office/officeart/2005/8/layout/StepDownProcess"/>
    <dgm:cxn modelId="{403484FA-C13E-4741-BEAB-032BAE959063}" type="presParOf" srcId="{BEA795AA-97D5-45D7-90CD-BFF01E273689}" destId="{4EBA6EBD-0FB4-4F29-9F19-AA9F96598658}" srcOrd="5" destOrd="0" presId="urn:microsoft.com/office/officeart/2005/8/layout/StepDownProcess"/>
    <dgm:cxn modelId="{A5C9E660-924F-4673-9D6C-2EC44C8B163B}" type="presParOf" srcId="{BEA795AA-97D5-45D7-90CD-BFF01E273689}" destId="{7F19BE18-8A2A-4CF9-A52C-112BF3211FDA}" srcOrd="6" destOrd="0" presId="urn:microsoft.com/office/officeart/2005/8/layout/StepDownProcess"/>
    <dgm:cxn modelId="{96B6461B-2266-4F07-BD8F-73447618AF28}" type="presParOf" srcId="{7F19BE18-8A2A-4CF9-A52C-112BF3211FDA}" destId="{A322B5C8-4FE4-46D1-9C11-F7B5F2BDF5E2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04CB38-1869-4BF3-94E0-FCD057899232}">
      <dsp:nvSpPr>
        <dsp:cNvPr id="0" name=""/>
        <dsp:cNvSpPr/>
      </dsp:nvSpPr>
      <dsp:spPr>
        <a:xfrm>
          <a:off x="0" y="342139"/>
          <a:ext cx="810475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A2C85-2A20-487A-86D7-6068F795D830}">
      <dsp:nvSpPr>
        <dsp:cNvPr id="0" name=""/>
        <dsp:cNvSpPr/>
      </dsp:nvSpPr>
      <dsp:spPr>
        <a:xfrm>
          <a:off x="405237" y="2659"/>
          <a:ext cx="6723234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438" tIns="0" rIns="21443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Phù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hợp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với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dịch vụ thanh toán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nhỏ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và có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tính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chu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kỳ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lặp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lại</a:t>
          </a:r>
        </a:p>
      </dsp:txBody>
      <dsp:txXfrm>
        <a:off x="438381" y="35803"/>
        <a:ext cx="6656946" cy="612672"/>
      </dsp:txXfrm>
    </dsp:sp>
    <dsp:sp modelId="{4C7ECCDA-A2F6-487A-8D55-C016AA1FB16F}">
      <dsp:nvSpPr>
        <dsp:cNvPr id="0" name=""/>
        <dsp:cNvSpPr/>
      </dsp:nvSpPr>
      <dsp:spPr>
        <a:xfrm>
          <a:off x="0" y="1385419"/>
          <a:ext cx="810475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451115"/>
              <a:satOff val="-3409"/>
              <a:lumOff val="-130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78C9B-747E-473F-8735-AE4E8C0D817F}">
      <dsp:nvSpPr>
        <dsp:cNvPr id="0" name=""/>
        <dsp:cNvSpPr/>
      </dsp:nvSpPr>
      <dsp:spPr>
        <a:xfrm>
          <a:off x="405237" y="1045939"/>
          <a:ext cx="6791541" cy="678960"/>
        </a:xfrm>
        <a:prstGeom prst="roundRect">
          <a:avLst/>
        </a:prstGeom>
        <a:solidFill>
          <a:schemeClr val="accent5">
            <a:hueOff val="-2451115"/>
            <a:satOff val="-3409"/>
            <a:lumOff val="-13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438" tIns="0" rIns="21443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Giảm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các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bước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thanh toán,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tăng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tỷ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lệ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dịch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thành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công</a:t>
          </a:r>
          <a:endParaRPr lang="en-US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8381" y="1079083"/>
        <a:ext cx="6725253" cy="612672"/>
      </dsp:txXfrm>
    </dsp:sp>
    <dsp:sp modelId="{EA9DF94B-A564-45B7-AD9C-51DBC8DD4A62}">
      <dsp:nvSpPr>
        <dsp:cNvPr id="0" name=""/>
        <dsp:cNvSpPr/>
      </dsp:nvSpPr>
      <dsp:spPr>
        <a:xfrm>
          <a:off x="0" y="2428699"/>
          <a:ext cx="810475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02230"/>
              <a:satOff val="-6819"/>
              <a:lumOff val="-26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C5E0F-DD3B-49BF-987F-595B1F9E8B9D}">
      <dsp:nvSpPr>
        <dsp:cNvPr id="0" name=""/>
        <dsp:cNvSpPr/>
      </dsp:nvSpPr>
      <dsp:spPr>
        <a:xfrm>
          <a:off x="405237" y="2089219"/>
          <a:ext cx="6809355" cy="678960"/>
        </a:xfrm>
        <a:prstGeom prst="roundRect">
          <a:avLst/>
        </a:prstGeom>
        <a:solidFill>
          <a:schemeClr val="accent5">
            <a:hueOff val="-4902230"/>
            <a:satOff val="-6819"/>
            <a:lumOff val="-2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438" tIns="0" rIns="21443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Merchant có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thể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chủ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động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charge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tiền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của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khách hàng</a:t>
          </a:r>
        </a:p>
      </dsp:txBody>
      <dsp:txXfrm>
        <a:off x="438381" y="2122363"/>
        <a:ext cx="6743067" cy="612672"/>
      </dsp:txXfrm>
    </dsp:sp>
    <dsp:sp modelId="{EAEBED3A-B1EE-4340-9590-F118672EE456}">
      <dsp:nvSpPr>
        <dsp:cNvPr id="0" name=""/>
        <dsp:cNvSpPr/>
      </dsp:nvSpPr>
      <dsp:spPr>
        <a:xfrm>
          <a:off x="0" y="3471979"/>
          <a:ext cx="8104755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ECA9D-8E40-41A3-B0D2-332974ACC9F4}">
      <dsp:nvSpPr>
        <dsp:cNvPr id="0" name=""/>
        <dsp:cNvSpPr/>
      </dsp:nvSpPr>
      <dsp:spPr>
        <a:xfrm>
          <a:off x="405237" y="3132499"/>
          <a:ext cx="6823141" cy="67896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4438" tIns="0" rIns="214438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Tạo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và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xử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lý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giao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dịch hàng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loạt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,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số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lượng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lớn</a:t>
          </a:r>
          <a:r>
            <a:rPr lang="en-US" sz="1400" b="1" kern="1200" dirty="0">
              <a:latin typeface="Arial" panose="020B0604020202020204" pitchFamily="34" charset="0"/>
              <a:cs typeface="Arial" panose="020B0604020202020204" pitchFamily="34" charset="0"/>
            </a:rPr>
            <a:t> cũng </a:t>
          </a:r>
          <a:r>
            <a:rPr lang="en-US" sz="1400" b="1" kern="1200" dirty="0" err="1">
              <a:latin typeface="Arial" panose="020B0604020202020204" pitchFamily="34" charset="0"/>
              <a:cs typeface="Arial" panose="020B0604020202020204" pitchFamily="34" charset="0"/>
            </a:rPr>
            <a:t>lúc</a:t>
          </a:r>
          <a:endParaRPr lang="en-US" sz="14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8381" y="3165643"/>
        <a:ext cx="6756853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1EDDE5-E3DB-4F94-95CC-06DEDBC96D7D}">
      <dsp:nvSpPr>
        <dsp:cNvPr id="0" name=""/>
        <dsp:cNvSpPr/>
      </dsp:nvSpPr>
      <dsp:spPr>
        <a:xfrm rot="5400000">
          <a:off x="588585" y="1031597"/>
          <a:ext cx="905967" cy="10314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1ED04-BF26-42DB-9EE0-133053B3917E}">
      <dsp:nvSpPr>
        <dsp:cNvPr id="0" name=""/>
        <dsp:cNvSpPr/>
      </dsp:nvSpPr>
      <dsp:spPr>
        <a:xfrm>
          <a:off x="348559" y="27315"/>
          <a:ext cx="1525115" cy="106753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DUYỆT TRIỂN KHAI</a:t>
          </a:r>
        </a:p>
      </dsp:txBody>
      <dsp:txXfrm>
        <a:off x="400681" y="79437"/>
        <a:ext cx="1420871" cy="963287"/>
      </dsp:txXfrm>
    </dsp:sp>
    <dsp:sp modelId="{21F0B621-1722-42A7-AE78-D366AA7AED00}">
      <dsp:nvSpPr>
        <dsp:cNvPr id="0" name=""/>
        <dsp:cNvSpPr/>
      </dsp:nvSpPr>
      <dsp:spPr>
        <a:xfrm>
          <a:off x="2006598" y="146212"/>
          <a:ext cx="4042997" cy="86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Đánh giá nhu cầu và mức độ phù hợp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Trình duyệt triển khai</a:t>
          </a:r>
        </a:p>
      </dsp:txBody>
      <dsp:txXfrm>
        <a:off x="2006598" y="146212"/>
        <a:ext cx="4042997" cy="862825"/>
      </dsp:txXfrm>
    </dsp:sp>
    <dsp:sp modelId="{E1382052-A0C8-4274-8923-420EA0E2025A}">
      <dsp:nvSpPr>
        <dsp:cNvPr id="0" name=""/>
        <dsp:cNvSpPr/>
      </dsp:nvSpPr>
      <dsp:spPr>
        <a:xfrm rot="5400000">
          <a:off x="2557174" y="2230787"/>
          <a:ext cx="905967" cy="10314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72BD0-1E8E-41DC-B931-B6A9928DF5AF}">
      <dsp:nvSpPr>
        <dsp:cNvPr id="0" name=""/>
        <dsp:cNvSpPr/>
      </dsp:nvSpPr>
      <dsp:spPr>
        <a:xfrm>
          <a:off x="2317148" y="1226504"/>
          <a:ext cx="1525115" cy="106753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YÊU CẦU TRIỂN KHAI</a:t>
          </a:r>
        </a:p>
      </dsp:txBody>
      <dsp:txXfrm>
        <a:off x="2369270" y="1278626"/>
        <a:ext cx="1420871" cy="963287"/>
      </dsp:txXfrm>
    </dsp:sp>
    <dsp:sp modelId="{1114E9D2-115E-402E-B2CB-A5ED4EB645AE}">
      <dsp:nvSpPr>
        <dsp:cNvPr id="0" name=""/>
        <dsp:cNvSpPr/>
      </dsp:nvSpPr>
      <dsp:spPr>
        <a:xfrm>
          <a:off x="3874214" y="1405222"/>
          <a:ext cx="3757594" cy="86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Chỉ</a:t>
          </a:r>
          <a:r>
            <a:rPr lang="en-US" sz="1600" kern="1200" dirty="0"/>
            <a:t> </a:t>
          </a:r>
          <a:r>
            <a:rPr lang="en-US" sz="1600" kern="1200" dirty="0" err="1"/>
            <a:t>yêu</a:t>
          </a:r>
          <a:r>
            <a:rPr lang="en-US" sz="1600" kern="1200" dirty="0"/>
            <a:t> </a:t>
          </a:r>
          <a:r>
            <a:rPr lang="en-US" sz="1600" kern="1200" dirty="0" err="1"/>
            <a:t>cầu</a:t>
          </a:r>
          <a:r>
            <a:rPr lang="en-US" sz="1600" kern="1200" dirty="0"/>
            <a:t> </a:t>
          </a:r>
          <a:r>
            <a:rPr lang="en-US" sz="1600" kern="1200" dirty="0" err="1"/>
            <a:t>triển</a:t>
          </a:r>
          <a:r>
            <a:rPr lang="en-US" sz="1600" kern="1200" dirty="0"/>
            <a:t> khai </a:t>
          </a:r>
          <a:r>
            <a:rPr lang="en-US" sz="1600" kern="1200" dirty="0" err="1"/>
            <a:t>khi</a:t>
          </a:r>
          <a:r>
            <a:rPr lang="en-US" sz="1600" kern="1200" dirty="0"/>
            <a:t> </a:t>
          </a:r>
          <a:r>
            <a:rPr lang="en-US" sz="1600" kern="1200" dirty="0" err="1"/>
            <a:t>đã</a:t>
          </a:r>
          <a:r>
            <a:rPr lang="en-US" sz="1600" kern="1200" dirty="0"/>
            <a:t> </a:t>
          </a:r>
          <a:r>
            <a:rPr lang="en-US" sz="1600" kern="1200" dirty="0" err="1"/>
            <a:t>được</a:t>
          </a:r>
          <a:r>
            <a:rPr lang="en-US" sz="1600" kern="1200" dirty="0"/>
            <a:t> </a:t>
          </a:r>
          <a:r>
            <a:rPr lang="en-US" sz="1600" kern="1200" dirty="0" err="1"/>
            <a:t>duyệt</a:t>
          </a:r>
          <a:r>
            <a:rPr lang="en-US" sz="1600" kern="1200" dirty="0"/>
            <a:t>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Triển</a:t>
          </a:r>
          <a:r>
            <a:rPr lang="en-US" sz="1600" kern="1200" dirty="0"/>
            <a:t> khai dịch vụ: Direct Debit</a:t>
          </a:r>
        </a:p>
      </dsp:txBody>
      <dsp:txXfrm>
        <a:off x="3874214" y="1405222"/>
        <a:ext cx="3757594" cy="862825"/>
      </dsp:txXfrm>
    </dsp:sp>
    <dsp:sp modelId="{E8081538-9DB4-4B28-84C4-D711693BF020}">
      <dsp:nvSpPr>
        <dsp:cNvPr id="0" name=""/>
        <dsp:cNvSpPr/>
      </dsp:nvSpPr>
      <dsp:spPr>
        <a:xfrm rot="5400000">
          <a:off x="4525762" y="3429977"/>
          <a:ext cx="905967" cy="103141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67479-300B-4A02-A6C5-33200A24DC04}">
      <dsp:nvSpPr>
        <dsp:cNvPr id="0" name=""/>
        <dsp:cNvSpPr/>
      </dsp:nvSpPr>
      <dsp:spPr>
        <a:xfrm>
          <a:off x="4285736" y="2425694"/>
          <a:ext cx="1525115" cy="106753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HỖ TRỢ TÍCH HỢP</a:t>
          </a:r>
        </a:p>
      </dsp:txBody>
      <dsp:txXfrm>
        <a:off x="4337858" y="2477816"/>
        <a:ext cx="1420871" cy="963287"/>
      </dsp:txXfrm>
    </dsp:sp>
    <dsp:sp modelId="{456DFD4A-51FE-421A-885A-C652A21D62F0}">
      <dsp:nvSpPr>
        <dsp:cNvPr id="0" name=""/>
        <dsp:cNvSpPr/>
      </dsp:nvSpPr>
      <dsp:spPr>
        <a:xfrm>
          <a:off x="5810851" y="2527508"/>
          <a:ext cx="1109223" cy="8628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22B5C8-4FE4-46D1-9C11-F7B5F2BDF5E2}">
      <dsp:nvSpPr>
        <dsp:cNvPr id="0" name=""/>
        <dsp:cNvSpPr/>
      </dsp:nvSpPr>
      <dsp:spPr>
        <a:xfrm>
          <a:off x="6254325" y="3624884"/>
          <a:ext cx="1525115" cy="1067531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NGHIỆM THU</a:t>
          </a:r>
        </a:p>
      </dsp:txBody>
      <dsp:txXfrm>
        <a:off x="6306447" y="3677006"/>
        <a:ext cx="1420871" cy="9632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2981863" cy="46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50" rIns="85300" bIns="426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98413" y="1"/>
            <a:ext cx="2981862" cy="46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50" rIns="85300" bIns="426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42900" y="698500"/>
            <a:ext cx="6196013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8950" y="4415321"/>
            <a:ext cx="5505450" cy="4183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50" rIns="85300" bIns="426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30643"/>
            <a:ext cx="2981863" cy="46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50" rIns="85300" bIns="426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98413" y="8830643"/>
            <a:ext cx="2981862" cy="46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50" rIns="85300" bIns="426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 txBox="1">
            <a:spLocks noGrp="1"/>
          </p:cNvSpPr>
          <p:nvPr>
            <p:ph type="body" idx="1"/>
          </p:nvPr>
        </p:nvSpPr>
        <p:spPr>
          <a:xfrm>
            <a:off x="664345" y="3945238"/>
            <a:ext cx="5314758" cy="3737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300" tIns="42625" rIns="85300" bIns="42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52450" y="622300"/>
            <a:ext cx="5537200" cy="3114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 txBox="1">
            <a:spLocks noGrp="1"/>
          </p:cNvSpPr>
          <p:nvPr>
            <p:ph type="body" idx="1"/>
          </p:nvPr>
        </p:nvSpPr>
        <p:spPr>
          <a:xfrm>
            <a:off x="732337" y="4621147"/>
            <a:ext cx="5852160" cy="3779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175" tIns="44575" rIns="89175" bIns="445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200150"/>
            <a:ext cx="5764212" cy="3241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sldNum" idx="12"/>
          </p:nvPr>
        </p:nvSpPr>
        <p:spPr>
          <a:xfrm>
            <a:off x="10363200" y="6324600"/>
            <a:ext cx="990599" cy="38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sldNum" idx="12"/>
          </p:nvPr>
        </p:nvSpPr>
        <p:spPr>
          <a:xfrm>
            <a:off x="11220450" y="6280150"/>
            <a:ext cx="533400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7" name="Google Shape;27;p24"/>
          <p:cNvCxnSpPr/>
          <p:nvPr/>
        </p:nvCxnSpPr>
        <p:spPr>
          <a:xfrm rot="10800000">
            <a:off x="11391637" y="6455960"/>
            <a:ext cx="0" cy="16417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8" name="Google Shape;2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451113" y="6446556"/>
            <a:ext cx="852055" cy="229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2"/>
          <p:cNvSpPr txBox="1"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"/>
          <p:cNvSpPr txBox="1"/>
          <p:nvPr/>
        </p:nvSpPr>
        <p:spPr>
          <a:xfrm>
            <a:off x="367645" y="2583519"/>
            <a:ext cx="11943761" cy="2451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33" b="1" i="0" u="none" strike="noStrike" cap="none" dirty="0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GIẢI PHÁP THANH TOÁN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DIRECT DEBIT</a:t>
            </a: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+mj-lt"/>
              </a:rPr>
              <a:t>   						</a:t>
            </a:r>
            <a:endParaRPr sz="200" b="1" i="0" u="none" strike="noStrike" cap="none" dirty="0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" descr="C:\Users\vh-machi\Downloads\Logo Onepa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7433" y="493493"/>
            <a:ext cx="2167140" cy="62815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0351580" y="5924765"/>
            <a:ext cx="128272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Oct 2024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/>
        </p:nvSpPr>
        <p:spPr>
          <a:xfrm>
            <a:off x="524600" y="850599"/>
            <a:ext cx="5255944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NỘI DUNG</a:t>
            </a:r>
            <a:endParaRPr sz="4400" b="1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600013" y="1933428"/>
            <a:ext cx="8204621" cy="4493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I.  	</a:t>
            </a:r>
            <a:r>
              <a:rPr lang="en-US" sz="2600" dirty="0">
                <a:solidFill>
                  <a:srgbClr val="00529A"/>
                </a:solidFill>
              </a:rPr>
              <a:t>Thanh toán </a:t>
            </a:r>
            <a:r>
              <a:rPr lang="en-US" sz="2600" dirty="0" err="1">
                <a:solidFill>
                  <a:srgbClr val="00529A"/>
                </a:solidFill>
              </a:rPr>
              <a:t>thẻ</a:t>
            </a:r>
            <a:r>
              <a:rPr lang="en-US" sz="2600" dirty="0">
                <a:solidFill>
                  <a:srgbClr val="00529A"/>
                </a:solidFill>
              </a:rPr>
              <a:t>/ tài </a:t>
            </a:r>
            <a:r>
              <a:rPr lang="en-US" sz="2600" dirty="0" err="1">
                <a:solidFill>
                  <a:srgbClr val="00529A"/>
                </a:solidFill>
              </a:rPr>
              <a:t>khoản</a:t>
            </a:r>
            <a:r>
              <a:rPr lang="en-US" sz="2600" dirty="0">
                <a:solidFill>
                  <a:srgbClr val="00529A"/>
                </a:solidFill>
              </a:rPr>
              <a:t> </a:t>
            </a:r>
            <a:r>
              <a:rPr lang="en-US" sz="2600" dirty="0" err="1">
                <a:solidFill>
                  <a:srgbClr val="00529A"/>
                </a:solidFill>
              </a:rPr>
              <a:t>nội</a:t>
            </a:r>
            <a:r>
              <a:rPr lang="en-US" sz="2600" dirty="0">
                <a:solidFill>
                  <a:srgbClr val="00529A"/>
                </a:solidFill>
              </a:rPr>
              <a:t> </a:t>
            </a:r>
            <a:r>
              <a:rPr lang="en-US" sz="2600" dirty="0" err="1">
                <a:solidFill>
                  <a:srgbClr val="00529A"/>
                </a:solidFill>
              </a:rPr>
              <a:t>địa</a:t>
            </a:r>
            <a:r>
              <a:rPr lang="en-US" sz="2600" dirty="0">
                <a:solidFill>
                  <a:srgbClr val="00529A"/>
                </a:solidFill>
              </a:rPr>
              <a:t> </a:t>
            </a:r>
            <a:r>
              <a:rPr lang="en-US" sz="2600" dirty="0" err="1">
                <a:solidFill>
                  <a:srgbClr val="00529A"/>
                </a:solidFill>
              </a:rPr>
              <a:t>hiện</a:t>
            </a:r>
            <a:r>
              <a:rPr lang="en-US" sz="2600" dirty="0">
                <a:solidFill>
                  <a:srgbClr val="00529A"/>
                </a:solidFill>
              </a:rPr>
              <a:t> </a:t>
            </a:r>
            <a:r>
              <a:rPr lang="en-US" sz="2600" dirty="0" err="1">
                <a:solidFill>
                  <a:srgbClr val="00529A"/>
                </a:solidFill>
              </a:rPr>
              <a:t>tại</a:t>
            </a:r>
            <a:endParaRPr lang="en-US"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lang="en-US" sz="2600" dirty="0">
              <a:solidFill>
                <a:srgbClr val="00529A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rgbClr val="00529A"/>
                </a:solidFill>
              </a:rPr>
              <a:t>II.	Giải </a:t>
            </a:r>
            <a:r>
              <a:rPr lang="en-US" sz="2600" dirty="0" err="1">
                <a:solidFill>
                  <a:srgbClr val="00529A"/>
                </a:solidFill>
              </a:rPr>
              <a:t>pháp</a:t>
            </a:r>
            <a:r>
              <a:rPr lang="en-US" sz="2600" dirty="0">
                <a:solidFill>
                  <a:srgbClr val="00529A"/>
                </a:solidFill>
              </a:rPr>
              <a:t> thanh toán Direct Debit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 dirty="0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III. 	Quy </a:t>
            </a:r>
            <a:r>
              <a:rPr lang="en-US" sz="2600" b="0" i="0" u="none" strike="noStrike" cap="none" dirty="0" err="1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2600" b="0" i="0" u="none" strike="noStrike" cap="none" dirty="0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600" b="0" i="0" u="none" strike="noStrike" cap="none" dirty="0" err="1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triển</a:t>
            </a:r>
            <a:r>
              <a:rPr lang="en-US" sz="2600" b="0" i="0" u="none" strike="noStrike" cap="none" dirty="0">
                <a:solidFill>
                  <a:srgbClr val="00529A"/>
                </a:solidFill>
                <a:latin typeface="Arial"/>
                <a:ea typeface="Arial"/>
                <a:cs typeface="Arial"/>
                <a:sym typeface="Arial"/>
              </a:rPr>
              <a:t> khai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lang="en-US"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dirty="0">
                <a:solidFill>
                  <a:srgbClr val="00529A"/>
                </a:solidFill>
              </a:rPr>
              <a:t>IV. 	Quản trị </a:t>
            </a:r>
            <a:r>
              <a:rPr lang="en-US" sz="2600" dirty="0" err="1">
                <a:solidFill>
                  <a:srgbClr val="00529A"/>
                </a:solidFill>
              </a:rPr>
              <a:t>giao</a:t>
            </a:r>
            <a:r>
              <a:rPr lang="en-US" sz="2600" dirty="0">
                <a:solidFill>
                  <a:srgbClr val="00529A"/>
                </a:solidFill>
              </a:rPr>
              <a:t> dịch</a:t>
            </a:r>
            <a:endParaRPr lang="en-US"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lang="en-US" sz="2600" dirty="0">
              <a:solidFill>
                <a:srgbClr val="00529A"/>
              </a:solidFill>
            </a:endParaRPr>
          </a:p>
          <a:p>
            <a:pPr>
              <a:buSzPts val="2600"/>
            </a:pPr>
            <a:endParaRPr lang="en-US"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600"/>
            </a:pPr>
            <a:endParaRPr lang="en-US" sz="2600" b="0" i="0" u="none" strike="noStrike" cap="none" dirty="0">
              <a:solidFill>
                <a:srgbClr val="00529A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lang="en-US" sz="2600" dirty="0">
              <a:solidFill>
                <a:srgbClr val="00529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I. Thanh toán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thẻ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/ tài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khoản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địa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hiện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tại</a:t>
            </a:r>
            <a:endParaRPr lang="en-US" sz="2400" b="1" dirty="0">
              <a:solidFill>
                <a:srgbClr val="00529A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C5A4A5-74C0-C5BB-4183-B0E89AB89750}"/>
              </a:ext>
            </a:extLst>
          </p:cNvPr>
          <p:cNvCxnSpPr>
            <a:cxnSpLocks/>
          </p:cNvCxnSpPr>
          <p:nvPr/>
        </p:nvCxnSpPr>
        <p:spPr bwMode="auto">
          <a:xfrm>
            <a:off x="7986684" y="1897360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74AFCD-CFA1-47E3-692F-405F38B0431A}"/>
              </a:ext>
            </a:extLst>
          </p:cNvPr>
          <p:cNvGrpSpPr/>
          <p:nvPr/>
        </p:nvGrpSpPr>
        <p:grpSpPr>
          <a:xfrm>
            <a:off x="9629466" y="1604367"/>
            <a:ext cx="954867" cy="1069756"/>
            <a:chOff x="5181743" y="1325563"/>
            <a:chExt cx="1125250" cy="1241867"/>
          </a:xfrm>
        </p:grpSpPr>
        <p:sp>
          <p:nvSpPr>
            <p:cNvPr id="8" name="TextBox 33">
              <a:extLst>
                <a:ext uri="{FF2B5EF4-FFF2-40B4-BE49-F238E27FC236}">
                  <a16:creationId xmlns:a16="http://schemas.microsoft.com/office/drawing/2014/main" id="{663C8C83-D5E8-EFE3-5BFA-F942B84E8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9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4FBC245E-3CD0-4D7B-83F5-27BBCE0081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33">
            <a:extLst>
              <a:ext uri="{FF2B5EF4-FFF2-40B4-BE49-F238E27FC236}">
                <a16:creationId xmlns:a16="http://schemas.microsoft.com/office/drawing/2014/main" id="{2C403CA8-EA55-FA33-FCCB-878D706C0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238" y="1642805"/>
            <a:ext cx="119441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thẻ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6EF7339-1BD9-ADE3-7E40-4F1C432DD0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13" y="1587190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7F027AE5-C480-1D4B-7C59-15E7F966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09" y="1592080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288BC65-A99E-E53E-855A-B835E9C17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8" y="1537694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0A48F8-B60E-D1B5-F271-0E1656DBE35D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1852073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33">
            <a:extLst>
              <a:ext uri="{FF2B5EF4-FFF2-40B4-BE49-F238E27FC236}">
                <a16:creationId xmlns:a16="http://schemas.microsoft.com/office/drawing/2014/main" id="{97682E6A-FB33-7AA5-5593-0C255F83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381" y="1604366"/>
            <a:ext cx="141986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thông tin thẻ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1D5723-933F-6D36-7E56-C494A8E27248}"/>
              </a:ext>
            </a:extLst>
          </p:cNvPr>
          <p:cNvSpPr/>
          <p:nvPr/>
        </p:nvSpPr>
        <p:spPr bwMode="auto">
          <a:xfrm>
            <a:off x="4095733" y="162465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91A8818A-C207-3490-4359-1B6C65B4C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701" y="2002264"/>
            <a:ext cx="148195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giao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dịch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813BD1-800C-8F31-0421-0AD20A0C711A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2209984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33">
            <a:extLst>
              <a:ext uri="{FF2B5EF4-FFF2-40B4-BE49-F238E27FC236}">
                <a16:creationId xmlns:a16="http://schemas.microsoft.com/office/drawing/2014/main" id="{E498C397-9301-0DD3-7BF2-0BFF60DF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260" y="2016916"/>
            <a:ext cx="986857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nhận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pic>
        <p:nvPicPr>
          <p:cNvPr id="20" name="Picture 19" descr="http://www.gierreweb.it/images/shop-icon.png">
            <a:extLst>
              <a:ext uri="{FF2B5EF4-FFF2-40B4-BE49-F238E27FC236}">
                <a16:creationId xmlns:a16="http://schemas.microsoft.com/office/drawing/2014/main" id="{B34C49B1-57A6-9B98-0B7A-9AA9F2E0A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932" y="1594546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AA27DF-0E25-DFC8-D478-EE6B6409A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5" y="1729321"/>
            <a:ext cx="872245" cy="54344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1A71760-70CF-F6BF-FB59-AB020E121813}"/>
              </a:ext>
            </a:extLst>
          </p:cNvPr>
          <p:cNvGrpSpPr/>
          <p:nvPr/>
        </p:nvGrpSpPr>
        <p:grpSpPr>
          <a:xfrm>
            <a:off x="6261664" y="1296892"/>
            <a:ext cx="1537046" cy="1508095"/>
            <a:chOff x="5837124" y="2126216"/>
            <a:chExt cx="2049395" cy="2010793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62DBE8-B065-AE6C-8B6C-120F35F545D9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66D4D80-8F67-938E-72F6-8690743EA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EF58B2-A106-09ED-ED3B-2F79EFD3B005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28" name="TextBox 33">
                <a:extLst>
                  <a:ext uri="{FF2B5EF4-FFF2-40B4-BE49-F238E27FC236}">
                    <a16:creationId xmlns:a16="http://schemas.microsoft.com/office/drawing/2014/main" id="{274DC831-F31E-128A-C69A-64A42F6DC9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29" name="Rounded Rectangle 78">
                <a:extLst>
                  <a:ext uri="{FF2B5EF4-FFF2-40B4-BE49-F238E27FC236}">
                    <a16:creationId xmlns:a16="http://schemas.microsoft.com/office/drawing/2014/main" id="{7EBA2140-702F-D837-D693-1DC0232D9D9E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30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E316D0A6-6764-C7CF-7700-C8B8BBDBF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5">
                <a:extLst>
                  <a:ext uri="{FF2B5EF4-FFF2-40B4-BE49-F238E27FC236}">
                    <a16:creationId xmlns:a16="http://schemas.microsoft.com/office/drawing/2014/main" id="{85DE0C1E-1C36-135F-02C3-C8E7250508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756A9C94-A32D-CC57-EEE4-8198FBAAAE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F01B017-51C9-811A-B9AE-9D3F1F5E4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83DB550-A9C0-C28B-2F5E-8A4BF85A3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D84024-7B49-6D8F-73A1-1BBF79072036}"/>
              </a:ext>
            </a:extLst>
          </p:cNvPr>
          <p:cNvCxnSpPr>
            <a:cxnSpLocks/>
          </p:cNvCxnSpPr>
          <p:nvPr/>
        </p:nvCxnSpPr>
        <p:spPr bwMode="auto">
          <a:xfrm>
            <a:off x="7986683" y="2233201"/>
            <a:ext cx="1318011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92F4978-493F-664B-D1DB-016E129B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155" y="2435655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BCAF51-9161-D5F4-2D88-C4F110D6BC79}"/>
              </a:ext>
            </a:extLst>
          </p:cNvPr>
          <p:cNvSpPr/>
          <p:nvPr/>
        </p:nvSpPr>
        <p:spPr bwMode="auto">
          <a:xfrm>
            <a:off x="7571093" y="2107534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4158B8-EB24-DC52-F110-8F5F579AAD89}"/>
              </a:ext>
            </a:extLst>
          </p:cNvPr>
          <p:cNvSpPr/>
          <p:nvPr/>
        </p:nvSpPr>
        <p:spPr bwMode="auto">
          <a:xfrm>
            <a:off x="4089395" y="212998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D09B6-D360-DDC5-154F-FCC83E0C73C8}"/>
              </a:ext>
            </a:extLst>
          </p:cNvPr>
          <p:cNvSpPr txBox="1"/>
          <p:nvPr/>
        </p:nvSpPr>
        <p:spPr>
          <a:xfrm>
            <a:off x="686534" y="732234"/>
            <a:ext cx="4020349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Thanh toán </a:t>
            </a:r>
            <a:r>
              <a:rPr lang="en-US" dirty="0" err="1">
                <a:solidFill>
                  <a:schemeClr val="bg1"/>
                </a:solidFill>
              </a:rPr>
              <a:t>lần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đầu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tiên</a:t>
            </a:r>
            <a:r>
              <a:rPr lang="en-US" dirty="0">
                <a:solidFill>
                  <a:schemeClr val="bg1"/>
                </a:solidFill>
              </a:rPr>
              <a:t> (chưa </a:t>
            </a:r>
            <a:r>
              <a:rPr lang="en-US" dirty="0" err="1">
                <a:solidFill>
                  <a:schemeClr val="bg1"/>
                </a:solidFill>
              </a:rPr>
              <a:t>lưu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thẻ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vi-VN" dirty="0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ECBEF9-DE7E-97E1-0A14-9C50477A6E6B}"/>
              </a:ext>
            </a:extLst>
          </p:cNvPr>
          <p:cNvCxnSpPr>
            <a:cxnSpLocks/>
          </p:cNvCxnSpPr>
          <p:nvPr/>
        </p:nvCxnSpPr>
        <p:spPr bwMode="auto">
          <a:xfrm>
            <a:off x="8056238" y="3931554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72D0F5A-777D-5357-7853-62D419428019}"/>
              </a:ext>
            </a:extLst>
          </p:cNvPr>
          <p:cNvGrpSpPr/>
          <p:nvPr/>
        </p:nvGrpSpPr>
        <p:grpSpPr>
          <a:xfrm>
            <a:off x="9699020" y="3638561"/>
            <a:ext cx="954867" cy="1069756"/>
            <a:chOff x="5181743" y="1325563"/>
            <a:chExt cx="1125250" cy="1241867"/>
          </a:xfrm>
        </p:grpSpPr>
        <p:sp>
          <p:nvSpPr>
            <p:cNvPr id="43" name="TextBox 33">
              <a:extLst>
                <a:ext uri="{FF2B5EF4-FFF2-40B4-BE49-F238E27FC236}">
                  <a16:creationId xmlns:a16="http://schemas.microsoft.com/office/drawing/2014/main" id="{B1B17D7F-93CE-3C3C-E4E0-13DE0C1E9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44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7FDE7A8E-60A7-C2AA-B990-08D1A2202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" name="TextBox 33">
            <a:extLst>
              <a:ext uri="{FF2B5EF4-FFF2-40B4-BE49-F238E27FC236}">
                <a16:creationId xmlns:a16="http://schemas.microsoft.com/office/drawing/2014/main" id="{EFA82763-CD4D-B9CB-D9A7-BD20BB00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92" y="3676999"/>
            <a:ext cx="119441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thẻ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89423FD2-C15A-6836-DA5A-10B560A335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867" y="3621384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9">
            <a:extLst>
              <a:ext uri="{FF2B5EF4-FFF2-40B4-BE49-F238E27FC236}">
                <a16:creationId xmlns:a16="http://schemas.microsoft.com/office/drawing/2014/main" id="{9B0025B6-4869-C4E9-5B88-3581136BC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163" y="3626274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0BDB5DD5-CAA1-4373-4894-8A8A45151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502" y="3571888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D9BA73-B6B7-00B4-3808-6E9060A5A395}"/>
              </a:ext>
            </a:extLst>
          </p:cNvPr>
          <p:cNvCxnSpPr>
            <a:cxnSpLocks/>
          </p:cNvCxnSpPr>
          <p:nvPr/>
        </p:nvCxnSpPr>
        <p:spPr bwMode="auto">
          <a:xfrm flipH="1">
            <a:off x="4521234" y="3886267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33">
            <a:extLst>
              <a:ext uri="{FF2B5EF4-FFF2-40B4-BE49-F238E27FC236}">
                <a16:creationId xmlns:a16="http://schemas.microsoft.com/office/drawing/2014/main" id="{773C9438-1DF3-74FE-ABEF-5569E0461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935" y="3638560"/>
            <a:ext cx="141986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thông tin thẻ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B23DD47-05EB-F28D-233A-40A227BB927E}"/>
              </a:ext>
            </a:extLst>
          </p:cNvPr>
          <p:cNvSpPr/>
          <p:nvPr/>
        </p:nvSpPr>
        <p:spPr bwMode="auto">
          <a:xfrm>
            <a:off x="4165287" y="3658846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sp>
        <p:nvSpPr>
          <p:cNvPr id="52" name="TextBox 33">
            <a:extLst>
              <a:ext uri="{FF2B5EF4-FFF2-40B4-BE49-F238E27FC236}">
                <a16:creationId xmlns:a16="http://schemas.microsoft.com/office/drawing/2014/main" id="{8F7751A8-16CC-ECB3-DB47-3EEBA588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02" y="5062411"/>
            <a:ext cx="341314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>
                <a:solidFill>
                  <a:srgbClr val="206BA4"/>
                </a:solidFill>
              </a:rPr>
              <a:t>Khách hàng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hiện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các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bước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trên</a:t>
            </a:r>
            <a:r>
              <a:rPr lang="en-US" altLang="en-US" sz="750" i="1" dirty="0">
                <a:solidFill>
                  <a:srgbClr val="206BA4"/>
                </a:solidFill>
              </a:rPr>
              <a:t> web/app </a:t>
            </a:r>
            <a:r>
              <a:rPr lang="en-US" altLang="en-US" sz="750" i="1" dirty="0" err="1">
                <a:solidFill>
                  <a:srgbClr val="206BA4"/>
                </a:solidFill>
              </a:rPr>
              <a:t>của</a:t>
            </a:r>
            <a:r>
              <a:rPr lang="en-US" altLang="en-US" sz="750" i="1" dirty="0">
                <a:solidFill>
                  <a:srgbClr val="206BA4"/>
                </a:solidFill>
              </a:rPr>
              <a:t> bank</a:t>
            </a:r>
          </a:p>
        </p:txBody>
      </p:sp>
      <p:pic>
        <p:nvPicPr>
          <p:cNvPr id="55" name="Picture 54" descr="http://www.gierreweb.it/images/shop-icon.png">
            <a:extLst>
              <a:ext uri="{FF2B5EF4-FFF2-40B4-BE49-F238E27FC236}">
                <a16:creationId xmlns:a16="http://schemas.microsoft.com/office/drawing/2014/main" id="{8C97C675-DA81-3ED3-C9F0-7DEA4B6E3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486" y="3628740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9DFFAA0-B665-A99D-8DA5-D9F4C21CF3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569" y="3763515"/>
            <a:ext cx="872245" cy="543449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E8388C68-FDF4-37C2-CBB7-29CBA57FD329}"/>
              </a:ext>
            </a:extLst>
          </p:cNvPr>
          <p:cNvGrpSpPr/>
          <p:nvPr/>
        </p:nvGrpSpPr>
        <p:grpSpPr>
          <a:xfrm>
            <a:off x="6331218" y="3331086"/>
            <a:ext cx="1537046" cy="1508095"/>
            <a:chOff x="5837124" y="2126216"/>
            <a:chExt cx="2049395" cy="2010793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F52A434-8BD6-09EA-F689-F63BDAAF80DE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AF955769-0260-9A36-49FB-4B84506D0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81A2DB0-1FCE-880D-ED5C-65DDD35FEEFF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63" name="TextBox 33">
                <a:extLst>
                  <a:ext uri="{FF2B5EF4-FFF2-40B4-BE49-F238E27FC236}">
                    <a16:creationId xmlns:a16="http://schemas.microsoft.com/office/drawing/2014/main" id="{963BAAFD-9864-D78B-4D21-26AD89673B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1024" name="Rounded Rectangle 78">
                <a:extLst>
                  <a:ext uri="{FF2B5EF4-FFF2-40B4-BE49-F238E27FC236}">
                    <a16:creationId xmlns:a16="http://schemas.microsoft.com/office/drawing/2014/main" id="{9C464073-328F-E74C-BAC0-629B3AEA2543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1025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9F229A6F-828F-158C-94CC-B873F07A61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7" name="Picture 5">
                <a:extLst>
                  <a:ext uri="{FF2B5EF4-FFF2-40B4-BE49-F238E27FC236}">
                    <a16:creationId xmlns:a16="http://schemas.microsoft.com/office/drawing/2014/main" id="{91C4EC68-E9A9-2855-A345-7A82E8C7A5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28" name="Picture 3">
                <a:extLst>
                  <a:ext uri="{FF2B5EF4-FFF2-40B4-BE49-F238E27FC236}">
                    <a16:creationId xmlns:a16="http://schemas.microsoft.com/office/drawing/2014/main" id="{76A8FAE2-3D84-895C-3F8D-F35E539F96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E425C98-B542-290E-17A6-76199D3ED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55937C6-71C3-AFE7-2A26-92B73533A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sp>
        <p:nvSpPr>
          <p:cNvPr id="1030" name="TextBox 1029">
            <a:extLst>
              <a:ext uri="{FF2B5EF4-FFF2-40B4-BE49-F238E27FC236}">
                <a16:creationId xmlns:a16="http://schemas.microsoft.com/office/drawing/2014/main" id="{D840E515-8120-977C-7EDB-3996F695E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709" y="4469849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D0D2FD0D-F424-6502-015B-A11231F85C7F}"/>
              </a:ext>
            </a:extLst>
          </p:cNvPr>
          <p:cNvSpPr/>
          <p:nvPr/>
        </p:nvSpPr>
        <p:spPr bwMode="auto">
          <a:xfrm>
            <a:off x="4158949" y="4164176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3</a:t>
            </a: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B8E2EA02-E8A2-7921-A626-BD7DEDFBFC61}"/>
              </a:ext>
            </a:extLst>
          </p:cNvPr>
          <p:cNvCxnSpPr>
            <a:stCxn id="1032" idx="4"/>
          </p:cNvCxnSpPr>
          <p:nvPr/>
        </p:nvCxnSpPr>
        <p:spPr>
          <a:xfrm flipH="1">
            <a:off x="4278805" y="4402301"/>
            <a:ext cx="1" cy="605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FDB63862-8928-B5FA-8AE0-47C30A525282}"/>
              </a:ext>
            </a:extLst>
          </p:cNvPr>
          <p:cNvCxnSpPr/>
          <p:nvPr/>
        </p:nvCxnSpPr>
        <p:spPr>
          <a:xfrm>
            <a:off x="4278805" y="5007749"/>
            <a:ext cx="58280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65461F85-83DA-A206-28D1-9BA55159F7E3}"/>
              </a:ext>
            </a:extLst>
          </p:cNvPr>
          <p:cNvCxnSpPr/>
          <p:nvPr/>
        </p:nvCxnSpPr>
        <p:spPr>
          <a:xfrm flipV="1">
            <a:off x="10106899" y="4654515"/>
            <a:ext cx="0" cy="35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TextBox 1041">
            <a:extLst>
              <a:ext uri="{FF2B5EF4-FFF2-40B4-BE49-F238E27FC236}">
                <a16:creationId xmlns:a16="http://schemas.microsoft.com/office/drawing/2014/main" id="{C855A797-9000-5A60-3F05-B2B426D9C184}"/>
              </a:ext>
            </a:extLst>
          </p:cNvPr>
          <p:cNvSpPr txBox="1"/>
          <p:nvPr/>
        </p:nvSpPr>
        <p:spPr>
          <a:xfrm>
            <a:off x="348792" y="1791694"/>
            <a:ext cx="113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1</a:t>
            </a:r>
            <a:endParaRPr lang="vi-VN" dirty="0"/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1AEA5CA6-FAD4-BDDE-4D44-87A198812CFE}"/>
              </a:ext>
            </a:extLst>
          </p:cNvPr>
          <p:cNvSpPr txBox="1"/>
          <p:nvPr/>
        </p:nvSpPr>
        <p:spPr>
          <a:xfrm>
            <a:off x="334203" y="3724841"/>
            <a:ext cx="113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2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4244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I. Thanh toán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thẻ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/ tài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khoản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nội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địa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hiện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tại</a:t>
            </a:r>
            <a:endParaRPr lang="en-US" sz="2400" b="1" dirty="0">
              <a:solidFill>
                <a:srgbClr val="00529A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C5A4A5-74C0-C5BB-4183-B0E89AB89750}"/>
              </a:ext>
            </a:extLst>
          </p:cNvPr>
          <p:cNvCxnSpPr>
            <a:cxnSpLocks/>
          </p:cNvCxnSpPr>
          <p:nvPr/>
        </p:nvCxnSpPr>
        <p:spPr bwMode="auto">
          <a:xfrm>
            <a:off x="7986684" y="1897360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74AFCD-CFA1-47E3-692F-405F38B0431A}"/>
              </a:ext>
            </a:extLst>
          </p:cNvPr>
          <p:cNvGrpSpPr/>
          <p:nvPr/>
        </p:nvGrpSpPr>
        <p:grpSpPr>
          <a:xfrm>
            <a:off x="9629466" y="1604367"/>
            <a:ext cx="954867" cy="1069756"/>
            <a:chOff x="5181743" y="1325563"/>
            <a:chExt cx="1125250" cy="1241867"/>
          </a:xfrm>
        </p:grpSpPr>
        <p:sp>
          <p:nvSpPr>
            <p:cNvPr id="8" name="TextBox 33">
              <a:extLst>
                <a:ext uri="{FF2B5EF4-FFF2-40B4-BE49-F238E27FC236}">
                  <a16:creationId xmlns:a16="http://schemas.microsoft.com/office/drawing/2014/main" id="{663C8C83-D5E8-EFE3-5BFA-F942B84E8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9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4FBC245E-3CD0-4D7B-83F5-27BBCE0081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33">
            <a:extLst>
              <a:ext uri="{FF2B5EF4-FFF2-40B4-BE49-F238E27FC236}">
                <a16:creationId xmlns:a16="http://schemas.microsoft.com/office/drawing/2014/main" id="{2C403CA8-EA55-FA33-FCCB-878D706C0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6238" y="1642805"/>
            <a:ext cx="119441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thẻ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6EF7339-1BD9-ADE3-7E40-4F1C432DD0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13" y="1587190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7F027AE5-C480-1D4B-7C59-15E7F966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09" y="1592080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288BC65-A99E-E53E-855A-B835E9C17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8" y="1537694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0A48F8-B60E-D1B5-F271-0E1656DBE35D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1852073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33">
            <a:extLst>
              <a:ext uri="{FF2B5EF4-FFF2-40B4-BE49-F238E27FC236}">
                <a16:creationId xmlns:a16="http://schemas.microsoft.com/office/drawing/2014/main" id="{97682E6A-FB33-7AA5-5593-0C255F83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381" y="1604366"/>
            <a:ext cx="141986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Chọn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đã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lưu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1D5723-933F-6D36-7E56-C494A8E27248}"/>
              </a:ext>
            </a:extLst>
          </p:cNvPr>
          <p:cNvSpPr/>
          <p:nvPr/>
        </p:nvSpPr>
        <p:spPr bwMode="auto">
          <a:xfrm>
            <a:off x="4095733" y="162465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91A8818A-C207-3490-4359-1B6C65B4C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701" y="2002264"/>
            <a:ext cx="148195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giao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dịch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813BD1-800C-8F31-0421-0AD20A0C711A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2209984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33">
            <a:extLst>
              <a:ext uri="{FF2B5EF4-FFF2-40B4-BE49-F238E27FC236}">
                <a16:creationId xmlns:a16="http://schemas.microsoft.com/office/drawing/2014/main" id="{E498C397-9301-0DD3-7BF2-0BFF60DF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260" y="2016916"/>
            <a:ext cx="986857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nhận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pic>
        <p:nvPicPr>
          <p:cNvPr id="20" name="Picture 19" descr="http://www.gierreweb.it/images/shop-icon.png">
            <a:extLst>
              <a:ext uri="{FF2B5EF4-FFF2-40B4-BE49-F238E27FC236}">
                <a16:creationId xmlns:a16="http://schemas.microsoft.com/office/drawing/2014/main" id="{B34C49B1-57A6-9B98-0B7A-9AA9F2E0A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932" y="1594546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AA27DF-0E25-DFC8-D478-EE6B6409A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5" y="1729321"/>
            <a:ext cx="872245" cy="54344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1A71760-70CF-F6BF-FB59-AB020E121813}"/>
              </a:ext>
            </a:extLst>
          </p:cNvPr>
          <p:cNvGrpSpPr/>
          <p:nvPr/>
        </p:nvGrpSpPr>
        <p:grpSpPr>
          <a:xfrm>
            <a:off x="6261664" y="1296892"/>
            <a:ext cx="1537046" cy="1508095"/>
            <a:chOff x="5837124" y="2126216"/>
            <a:chExt cx="2049395" cy="2010793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62DBE8-B065-AE6C-8B6C-120F35F545D9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66D4D80-8F67-938E-72F6-8690743EA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EF58B2-A106-09ED-ED3B-2F79EFD3B005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28" name="TextBox 33">
                <a:extLst>
                  <a:ext uri="{FF2B5EF4-FFF2-40B4-BE49-F238E27FC236}">
                    <a16:creationId xmlns:a16="http://schemas.microsoft.com/office/drawing/2014/main" id="{274DC831-F31E-128A-C69A-64A42F6DC9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29" name="Rounded Rectangle 78">
                <a:extLst>
                  <a:ext uri="{FF2B5EF4-FFF2-40B4-BE49-F238E27FC236}">
                    <a16:creationId xmlns:a16="http://schemas.microsoft.com/office/drawing/2014/main" id="{7EBA2140-702F-D837-D693-1DC0232D9D9E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30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E316D0A6-6764-C7CF-7700-C8B8BBDBF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5">
                <a:extLst>
                  <a:ext uri="{FF2B5EF4-FFF2-40B4-BE49-F238E27FC236}">
                    <a16:creationId xmlns:a16="http://schemas.microsoft.com/office/drawing/2014/main" id="{85DE0C1E-1C36-135F-02C3-C8E7250508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756A9C94-A32D-CC57-EEE4-8198FBAAAE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F01B017-51C9-811A-B9AE-9D3F1F5E4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83DB550-A9C0-C28B-2F5E-8A4BF85A3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D84024-7B49-6D8F-73A1-1BBF79072036}"/>
              </a:ext>
            </a:extLst>
          </p:cNvPr>
          <p:cNvCxnSpPr>
            <a:cxnSpLocks/>
          </p:cNvCxnSpPr>
          <p:nvPr/>
        </p:nvCxnSpPr>
        <p:spPr bwMode="auto">
          <a:xfrm>
            <a:off x="7986683" y="2233201"/>
            <a:ext cx="1318011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92F4978-493F-664B-D1DB-016E129B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155" y="2435655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BCAF51-9161-D5F4-2D88-C4F110D6BC79}"/>
              </a:ext>
            </a:extLst>
          </p:cNvPr>
          <p:cNvSpPr/>
          <p:nvPr/>
        </p:nvSpPr>
        <p:spPr bwMode="auto">
          <a:xfrm>
            <a:off x="7571093" y="2107534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4158B8-EB24-DC52-F110-8F5F579AAD89}"/>
              </a:ext>
            </a:extLst>
          </p:cNvPr>
          <p:cNvSpPr/>
          <p:nvPr/>
        </p:nvSpPr>
        <p:spPr bwMode="auto">
          <a:xfrm>
            <a:off x="4089395" y="212998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D09B6-D360-DDC5-154F-FCC83E0C73C8}"/>
              </a:ext>
            </a:extLst>
          </p:cNvPr>
          <p:cNvSpPr txBox="1"/>
          <p:nvPr/>
        </p:nvSpPr>
        <p:spPr>
          <a:xfrm>
            <a:off x="695853" y="646938"/>
            <a:ext cx="4428369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Thanh toán </a:t>
            </a:r>
            <a:r>
              <a:rPr lang="en-US" dirty="0" err="1">
                <a:solidFill>
                  <a:schemeClr val="bg1"/>
                </a:solidFill>
              </a:rPr>
              <a:t>từ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lần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sau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trở</a:t>
            </a:r>
            <a:r>
              <a:rPr lang="en-US" dirty="0">
                <a:solidFill>
                  <a:schemeClr val="bg1"/>
                </a:solidFill>
              </a:rPr>
              <a:t> đi (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lưu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tin </a:t>
            </a:r>
            <a:r>
              <a:rPr lang="en-US" dirty="0" err="1">
                <a:solidFill>
                  <a:schemeClr val="bg1"/>
                </a:solidFill>
              </a:rPr>
              <a:t>thẻ</a:t>
            </a:r>
            <a:r>
              <a:rPr lang="en-US" dirty="0">
                <a:solidFill>
                  <a:schemeClr val="bg1"/>
                </a:solidFill>
              </a:rPr>
              <a:t>)</a:t>
            </a:r>
            <a:endParaRPr lang="vi-VN" dirty="0">
              <a:solidFill>
                <a:schemeClr val="bg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2ECBEF9-DE7E-97E1-0A14-9C50477A6E6B}"/>
              </a:ext>
            </a:extLst>
          </p:cNvPr>
          <p:cNvCxnSpPr>
            <a:cxnSpLocks/>
          </p:cNvCxnSpPr>
          <p:nvPr/>
        </p:nvCxnSpPr>
        <p:spPr bwMode="auto">
          <a:xfrm>
            <a:off x="8056238" y="3931554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72D0F5A-777D-5357-7853-62D419428019}"/>
              </a:ext>
            </a:extLst>
          </p:cNvPr>
          <p:cNvGrpSpPr/>
          <p:nvPr/>
        </p:nvGrpSpPr>
        <p:grpSpPr>
          <a:xfrm>
            <a:off x="9699020" y="3638561"/>
            <a:ext cx="954867" cy="1069756"/>
            <a:chOff x="5181743" y="1325563"/>
            <a:chExt cx="1125250" cy="1241867"/>
          </a:xfrm>
        </p:grpSpPr>
        <p:sp>
          <p:nvSpPr>
            <p:cNvPr id="43" name="TextBox 33">
              <a:extLst>
                <a:ext uri="{FF2B5EF4-FFF2-40B4-BE49-F238E27FC236}">
                  <a16:creationId xmlns:a16="http://schemas.microsoft.com/office/drawing/2014/main" id="{B1B17D7F-93CE-3C3C-E4E0-13DE0C1E9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44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7FDE7A8E-60A7-C2AA-B990-08D1A2202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5" name="TextBox 33">
            <a:extLst>
              <a:ext uri="{FF2B5EF4-FFF2-40B4-BE49-F238E27FC236}">
                <a16:creationId xmlns:a16="http://schemas.microsoft.com/office/drawing/2014/main" id="{EFA82763-CD4D-B9CB-D9A7-BD20BB00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5792" y="3676999"/>
            <a:ext cx="119441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thẻ</a:t>
            </a:r>
          </a:p>
        </p:txBody>
      </p:sp>
      <p:pic>
        <p:nvPicPr>
          <p:cNvPr id="46" name="Picture 2">
            <a:extLst>
              <a:ext uri="{FF2B5EF4-FFF2-40B4-BE49-F238E27FC236}">
                <a16:creationId xmlns:a16="http://schemas.microsoft.com/office/drawing/2014/main" id="{89423FD2-C15A-6836-DA5A-10B560A335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1867" y="3621384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9">
            <a:extLst>
              <a:ext uri="{FF2B5EF4-FFF2-40B4-BE49-F238E27FC236}">
                <a16:creationId xmlns:a16="http://schemas.microsoft.com/office/drawing/2014/main" id="{9B0025B6-4869-C4E9-5B88-3581136BC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163" y="3626274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8" name="Picture 2">
            <a:extLst>
              <a:ext uri="{FF2B5EF4-FFF2-40B4-BE49-F238E27FC236}">
                <a16:creationId xmlns:a16="http://schemas.microsoft.com/office/drawing/2014/main" id="{0BDB5DD5-CAA1-4373-4894-8A8A45151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502" y="3571888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FD9BA73-B6B7-00B4-3808-6E9060A5A395}"/>
              </a:ext>
            </a:extLst>
          </p:cNvPr>
          <p:cNvCxnSpPr>
            <a:cxnSpLocks/>
          </p:cNvCxnSpPr>
          <p:nvPr/>
        </p:nvCxnSpPr>
        <p:spPr bwMode="auto">
          <a:xfrm flipH="1">
            <a:off x="4521234" y="3886267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33">
            <a:extLst>
              <a:ext uri="{FF2B5EF4-FFF2-40B4-BE49-F238E27FC236}">
                <a16:creationId xmlns:a16="http://schemas.microsoft.com/office/drawing/2014/main" id="{773C9438-1DF3-74FE-ABEF-5569E0461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8935" y="3638560"/>
            <a:ext cx="141986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Chọn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đã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lưu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B23DD47-05EB-F28D-233A-40A227BB927E}"/>
              </a:ext>
            </a:extLst>
          </p:cNvPr>
          <p:cNvSpPr/>
          <p:nvPr/>
        </p:nvSpPr>
        <p:spPr bwMode="auto">
          <a:xfrm>
            <a:off x="4165287" y="3658846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sp>
        <p:nvSpPr>
          <p:cNvPr id="52" name="TextBox 33">
            <a:extLst>
              <a:ext uri="{FF2B5EF4-FFF2-40B4-BE49-F238E27FC236}">
                <a16:creationId xmlns:a16="http://schemas.microsoft.com/office/drawing/2014/main" id="{8F7751A8-16CC-ECB3-DB47-3EEBA588B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7802" y="5062411"/>
            <a:ext cx="3413149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>
                <a:solidFill>
                  <a:srgbClr val="206BA4"/>
                </a:solidFill>
              </a:rPr>
              <a:t>Khách hàng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hiện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các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bước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trên</a:t>
            </a:r>
            <a:r>
              <a:rPr lang="en-US" altLang="en-US" sz="750" i="1" dirty="0">
                <a:solidFill>
                  <a:srgbClr val="206BA4"/>
                </a:solidFill>
              </a:rPr>
              <a:t> web/app </a:t>
            </a:r>
            <a:r>
              <a:rPr lang="en-US" altLang="en-US" sz="750" i="1" dirty="0" err="1">
                <a:solidFill>
                  <a:srgbClr val="206BA4"/>
                </a:solidFill>
              </a:rPr>
              <a:t>của</a:t>
            </a:r>
            <a:r>
              <a:rPr lang="en-US" altLang="en-US" sz="750" i="1" dirty="0">
                <a:solidFill>
                  <a:srgbClr val="206BA4"/>
                </a:solidFill>
              </a:rPr>
              <a:t> bank</a:t>
            </a:r>
          </a:p>
        </p:txBody>
      </p:sp>
      <p:pic>
        <p:nvPicPr>
          <p:cNvPr id="55" name="Picture 54" descr="http://www.gierreweb.it/images/shop-icon.png">
            <a:extLst>
              <a:ext uri="{FF2B5EF4-FFF2-40B4-BE49-F238E27FC236}">
                <a16:creationId xmlns:a16="http://schemas.microsoft.com/office/drawing/2014/main" id="{8C97C675-DA81-3ED3-C9F0-7DEA4B6E3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486" y="3628740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9DFFAA0-B665-A99D-8DA5-D9F4C21CF3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569" y="3763515"/>
            <a:ext cx="872245" cy="543449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E8388C68-FDF4-37C2-CBB7-29CBA57FD329}"/>
              </a:ext>
            </a:extLst>
          </p:cNvPr>
          <p:cNvGrpSpPr/>
          <p:nvPr/>
        </p:nvGrpSpPr>
        <p:grpSpPr>
          <a:xfrm>
            <a:off x="6331218" y="3331086"/>
            <a:ext cx="1537046" cy="1508095"/>
            <a:chOff x="5837124" y="2126216"/>
            <a:chExt cx="2049395" cy="2010793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F52A434-8BD6-09EA-F689-F63BDAAF80DE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AF955769-0260-9A36-49FB-4B84506D0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781A2DB0-1FCE-880D-ED5C-65DDD35FEEFF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63" name="TextBox 33">
                <a:extLst>
                  <a:ext uri="{FF2B5EF4-FFF2-40B4-BE49-F238E27FC236}">
                    <a16:creationId xmlns:a16="http://schemas.microsoft.com/office/drawing/2014/main" id="{963BAAFD-9864-D78B-4D21-26AD89673B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1024" name="Rounded Rectangle 78">
                <a:extLst>
                  <a:ext uri="{FF2B5EF4-FFF2-40B4-BE49-F238E27FC236}">
                    <a16:creationId xmlns:a16="http://schemas.microsoft.com/office/drawing/2014/main" id="{9C464073-328F-E74C-BAC0-629B3AEA2543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1025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9F229A6F-828F-158C-94CC-B873F07A61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27" name="Picture 5">
                <a:extLst>
                  <a:ext uri="{FF2B5EF4-FFF2-40B4-BE49-F238E27FC236}">
                    <a16:creationId xmlns:a16="http://schemas.microsoft.com/office/drawing/2014/main" id="{91C4EC68-E9A9-2855-A345-7A82E8C7A5F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28" name="Picture 3">
                <a:extLst>
                  <a:ext uri="{FF2B5EF4-FFF2-40B4-BE49-F238E27FC236}">
                    <a16:creationId xmlns:a16="http://schemas.microsoft.com/office/drawing/2014/main" id="{76A8FAE2-3D84-895C-3F8D-F35E539F96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6E425C98-B542-290E-17A6-76199D3ED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255937C6-71C3-AFE7-2A26-92B73533A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sp>
        <p:nvSpPr>
          <p:cNvPr id="1030" name="TextBox 1029">
            <a:extLst>
              <a:ext uri="{FF2B5EF4-FFF2-40B4-BE49-F238E27FC236}">
                <a16:creationId xmlns:a16="http://schemas.microsoft.com/office/drawing/2014/main" id="{D840E515-8120-977C-7EDB-3996F695E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6709" y="4469849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  <p:sp>
        <p:nvSpPr>
          <p:cNvPr id="1032" name="Oval 1031">
            <a:extLst>
              <a:ext uri="{FF2B5EF4-FFF2-40B4-BE49-F238E27FC236}">
                <a16:creationId xmlns:a16="http://schemas.microsoft.com/office/drawing/2014/main" id="{D0D2FD0D-F424-6502-015B-A11231F85C7F}"/>
              </a:ext>
            </a:extLst>
          </p:cNvPr>
          <p:cNvSpPr/>
          <p:nvPr/>
        </p:nvSpPr>
        <p:spPr bwMode="auto">
          <a:xfrm>
            <a:off x="4158949" y="4164176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3</a:t>
            </a: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B8E2EA02-E8A2-7921-A626-BD7DEDFBFC61}"/>
              </a:ext>
            </a:extLst>
          </p:cNvPr>
          <p:cNvCxnSpPr>
            <a:stCxn id="1032" idx="4"/>
          </p:cNvCxnSpPr>
          <p:nvPr/>
        </p:nvCxnSpPr>
        <p:spPr>
          <a:xfrm flipH="1">
            <a:off x="4278805" y="4402301"/>
            <a:ext cx="1" cy="605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Straight Connector 1038">
            <a:extLst>
              <a:ext uri="{FF2B5EF4-FFF2-40B4-BE49-F238E27FC236}">
                <a16:creationId xmlns:a16="http://schemas.microsoft.com/office/drawing/2014/main" id="{FDB63862-8928-B5FA-8AE0-47C30A525282}"/>
              </a:ext>
            </a:extLst>
          </p:cNvPr>
          <p:cNvCxnSpPr/>
          <p:nvPr/>
        </p:nvCxnSpPr>
        <p:spPr>
          <a:xfrm>
            <a:off x="4278805" y="5007749"/>
            <a:ext cx="58280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65461F85-83DA-A206-28D1-9BA55159F7E3}"/>
              </a:ext>
            </a:extLst>
          </p:cNvPr>
          <p:cNvCxnSpPr/>
          <p:nvPr/>
        </p:nvCxnSpPr>
        <p:spPr>
          <a:xfrm flipV="1">
            <a:off x="10106899" y="4654515"/>
            <a:ext cx="0" cy="353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1C1DD59-13F4-EE94-CE8C-5E3831080A16}"/>
              </a:ext>
            </a:extLst>
          </p:cNvPr>
          <p:cNvSpPr txBox="1"/>
          <p:nvPr/>
        </p:nvSpPr>
        <p:spPr>
          <a:xfrm>
            <a:off x="348792" y="1791694"/>
            <a:ext cx="113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1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1DAAA-F5C7-6D7F-23A3-3BD7AAA1889A}"/>
              </a:ext>
            </a:extLst>
          </p:cNvPr>
          <p:cNvSpPr txBox="1"/>
          <p:nvPr/>
        </p:nvSpPr>
        <p:spPr>
          <a:xfrm>
            <a:off x="385324" y="3763515"/>
            <a:ext cx="1135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2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6967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II. Giải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thanh toán Direct Debit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2C5A4A5-74C0-C5BB-4183-B0E89AB89750}"/>
              </a:ext>
            </a:extLst>
          </p:cNvPr>
          <p:cNvCxnSpPr>
            <a:cxnSpLocks/>
          </p:cNvCxnSpPr>
          <p:nvPr/>
        </p:nvCxnSpPr>
        <p:spPr bwMode="auto">
          <a:xfrm>
            <a:off x="7986684" y="1897360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B74AFCD-CFA1-47E3-692F-405F38B0431A}"/>
              </a:ext>
            </a:extLst>
          </p:cNvPr>
          <p:cNvGrpSpPr/>
          <p:nvPr/>
        </p:nvGrpSpPr>
        <p:grpSpPr>
          <a:xfrm>
            <a:off x="9629466" y="1604367"/>
            <a:ext cx="954867" cy="1069756"/>
            <a:chOff x="5181743" y="1325563"/>
            <a:chExt cx="1125250" cy="1241867"/>
          </a:xfrm>
        </p:grpSpPr>
        <p:sp>
          <p:nvSpPr>
            <p:cNvPr id="8" name="TextBox 33">
              <a:extLst>
                <a:ext uri="{FF2B5EF4-FFF2-40B4-BE49-F238E27FC236}">
                  <a16:creationId xmlns:a16="http://schemas.microsoft.com/office/drawing/2014/main" id="{663C8C83-D5E8-EFE3-5BFA-F942B84E8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9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4FBC245E-3CD0-4D7B-83F5-27BBCE0081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Box 33">
            <a:extLst>
              <a:ext uri="{FF2B5EF4-FFF2-40B4-BE49-F238E27FC236}">
                <a16:creationId xmlns:a16="http://schemas.microsoft.com/office/drawing/2014/main" id="{2C403CA8-EA55-FA33-FCCB-878D706C0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528" y="1633441"/>
            <a:ext cx="131801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/tài </a:t>
            </a:r>
            <a:r>
              <a:rPr lang="en-US" altLang="en-US" sz="750" i="1" dirty="0" err="1">
                <a:solidFill>
                  <a:srgbClr val="206BA4"/>
                </a:solidFill>
              </a:rPr>
              <a:t>khoản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46EF7339-1BD9-ADE3-7E40-4F1C432DD0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13" y="1587190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7F027AE5-C480-1D4B-7C59-15E7F966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09" y="1592080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288BC65-A99E-E53E-855A-B835E9C17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8" y="1537694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0A48F8-B60E-D1B5-F271-0E1656DBE35D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1852073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33">
            <a:extLst>
              <a:ext uri="{FF2B5EF4-FFF2-40B4-BE49-F238E27FC236}">
                <a16:creationId xmlns:a16="http://schemas.microsoft.com/office/drawing/2014/main" id="{97682E6A-FB33-7AA5-5593-0C255F83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381" y="1604366"/>
            <a:ext cx="1419864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thông</a:t>
            </a:r>
            <a:r>
              <a:rPr lang="en-US" altLang="en-US" sz="750" i="1" dirty="0">
                <a:solidFill>
                  <a:srgbClr val="206BA4"/>
                </a:solidFill>
              </a:rPr>
              <a:t> tin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/ tài </a:t>
            </a:r>
            <a:r>
              <a:rPr lang="en-US" altLang="en-US" sz="750" i="1" dirty="0" err="1">
                <a:solidFill>
                  <a:srgbClr val="206BA4"/>
                </a:solidFill>
              </a:rPr>
              <a:t>khoản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1D5723-933F-6D36-7E56-C494A8E27248}"/>
              </a:ext>
            </a:extLst>
          </p:cNvPr>
          <p:cNvSpPr/>
          <p:nvPr/>
        </p:nvSpPr>
        <p:spPr bwMode="auto">
          <a:xfrm>
            <a:off x="4095733" y="162465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91A8818A-C207-3490-4359-1B6C65B4C8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701" y="2002264"/>
            <a:ext cx="1481953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Nhập</a:t>
            </a:r>
            <a:r>
              <a:rPr lang="en-US" altLang="en-US" sz="750" i="1" dirty="0">
                <a:solidFill>
                  <a:srgbClr val="206BA4"/>
                </a:solidFill>
              </a:rPr>
              <a:t> 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thực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giao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dịch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813BD1-800C-8F31-0421-0AD20A0C711A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2209984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33">
            <a:extLst>
              <a:ext uri="{FF2B5EF4-FFF2-40B4-BE49-F238E27FC236}">
                <a16:creationId xmlns:a16="http://schemas.microsoft.com/office/drawing/2014/main" id="{E498C397-9301-0DD3-7BF2-0BFF60DF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2260" y="2016916"/>
            <a:ext cx="986857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OTP </a:t>
            </a:r>
            <a:r>
              <a:rPr lang="en-US" altLang="en-US" sz="750" i="1" dirty="0" err="1">
                <a:solidFill>
                  <a:srgbClr val="206BA4"/>
                </a:solidFill>
              </a:rPr>
              <a:t>xác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nhận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pic>
        <p:nvPicPr>
          <p:cNvPr id="20" name="Picture 19" descr="http://www.gierreweb.it/images/shop-icon.png">
            <a:extLst>
              <a:ext uri="{FF2B5EF4-FFF2-40B4-BE49-F238E27FC236}">
                <a16:creationId xmlns:a16="http://schemas.microsoft.com/office/drawing/2014/main" id="{B34C49B1-57A6-9B98-0B7A-9AA9F2E0A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932" y="1594546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7AA27DF-0E25-DFC8-D478-EE6B6409A66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5" y="1729321"/>
            <a:ext cx="872245" cy="54344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1A71760-70CF-F6BF-FB59-AB020E121813}"/>
              </a:ext>
            </a:extLst>
          </p:cNvPr>
          <p:cNvGrpSpPr/>
          <p:nvPr/>
        </p:nvGrpSpPr>
        <p:grpSpPr>
          <a:xfrm>
            <a:off x="6261664" y="1296892"/>
            <a:ext cx="1537046" cy="1508095"/>
            <a:chOff x="5837124" y="2126216"/>
            <a:chExt cx="2049395" cy="2010793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662DBE8-B065-AE6C-8B6C-120F35F545D9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66D4D80-8F67-938E-72F6-8690743EA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1EF58B2-A106-09ED-ED3B-2F79EFD3B005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28" name="TextBox 33">
                <a:extLst>
                  <a:ext uri="{FF2B5EF4-FFF2-40B4-BE49-F238E27FC236}">
                    <a16:creationId xmlns:a16="http://schemas.microsoft.com/office/drawing/2014/main" id="{274DC831-F31E-128A-C69A-64A42F6DC9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29" name="Rounded Rectangle 78">
                <a:extLst>
                  <a:ext uri="{FF2B5EF4-FFF2-40B4-BE49-F238E27FC236}">
                    <a16:creationId xmlns:a16="http://schemas.microsoft.com/office/drawing/2014/main" id="{7EBA2140-702F-D837-D693-1DC0232D9D9E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30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E316D0A6-6764-C7CF-7700-C8B8BBDBFE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1" name="Picture 5">
                <a:extLst>
                  <a:ext uri="{FF2B5EF4-FFF2-40B4-BE49-F238E27FC236}">
                    <a16:creationId xmlns:a16="http://schemas.microsoft.com/office/drawing/2014/main" id="{85DE0C1E-1C36-135F-02C3-C8E7250508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32" name="Picture 3">
                <a:extLst>
                  <a:ext uri="{FF2B5EF4-FFF2-40B4-BE49-F238E27FC236}">
                    <a16:creationId xmlns:a16="http://schemas.microsoft.com/office/drawing/2014/main" id="{756A9C94-A32D-CC57-EEE4-8198FBAAAE3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F01B017-51C9-811A-B9AE-9D3F1F5E4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83DB550-A9C0-C28B-2F5E-8A4BF85A3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AD84024-7B49-6D8F-73A1-1BBF79072036}"/>
              </a:ext>
            </a:extLst>
          </p:cNvPr>
          <p:cNvCxnSpPr>
            <a:cxnSpLocks/>
          </p:cNvCxnSpPr>
          <p:nvPr/>
        </p:nvCxnSpPr>
        <p:spPr bwMode="auto">
          <a:xfrm>
            <a:off x="7986683" y="2233201"/>
            <a:ext cx="1318011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92F4978-493F-664B-D1DB-016E129B0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155" y="2435655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BCAF51-9161-D5F4-2D88-C4F110D6BC79}"/>
              </a:ext>
            </a:extLst>
          </p:cNvPr>
          <p:cNvSpPr/>
          <p:nvPr/>
        </p:nvSpPr>
        <p:spPr bwMode="auto">
          <a:xfrm>
            <a:off x="7571093" y="2107534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4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94158B8-EB24-DC52-F110-8F5F579AAD89}"/>
              </a:ext>
            </a:extLst>
          </p:cNvPr>
          <p:cNvSpPr/>
          <p:nvPr/>
        </p:nvSpPr>
        <p:spPr bwMode="auto">
          <a:xfrm>
            <a:off x="4089395" y="212998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D09B6-D360-DDC5-154F-FCC83E0C73C8}"/>
              </a:ext>
            </a:extLst>
          </p:cNvPr>
          <p:cNvSpPr txBox="1"/>
          <p:nvPr/>
        </p:nvSpPr>
        <p:spPr>
          <a:xfrm>
            <a:off x="674627" y="665900"/>
            <a:ext cx="2673365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Giao dịch </a:t>
            </a:r>
            <a:r>
              <a:rPr lang="en-US" dirty="0" err="1">
                <a:solidFill>
                  <a:schemeClr val="bg1"/>
                </a:solidFill>
              </a:rPr>
              <a:t>liên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thẻ</a:t>
            </a:r>
            <a:r>
              <a:rPr lang="en-US" dirty="0">
                <a:solidFill>
                  <a:schemeClr val="bg1"/>
                </a:solidFill>
              </a:rPr>
              <a:t>/ tài </a:t>
            </a:r>
            <a:r>
              <a:rPr lang="en-US" dirty="0" err="1">
                <a:solidFill>
                  <a:schemeClr val="bg1"/>
                </a:solidFill>
              </a:rPr>
              <a:t>khoản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6DBD00-84C4-7009-E35E-F46E72DC25D1}"/>
              </a:ext>
            </a:extLst>
          </p:cNvPr>
          <p:cNvSpPr txBox="1"/>
          <p:nvPr/>
        </p:nvSpPr>
        <p:spPr>
          <a:xfrm>
            <a:off x="674626" y="3107542"/>
            <a:ext cx="4283873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Giao dịch thanh toán </a:t>
            </a:r>
            <a:r>
              <a:rPr lang="en-US" dirty="0" err="1">
                <a:solidFill>
                  <a:schemeClr val="bg1"/>
                </a:solidFill>
              </a:rPr>
              <a:t>bằng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thẻ</a:t>
            </a:r>
            <a:r>
              <a:rPr lang="en-US" dirty="0">
                <a:solidFill>
                  <a:schemeClr val="bg1"/>
                </a:solidFill>
              </a:rPr>
              <a:t>/ tài </a:t>
            </a:r>
            <a:r>
              <a:rPr lang="en-US" dirty="0" err="1">
                <a:solidFill>
                  <a:schemeClr val="bg1"/>
                </a:solidFill>
              </a:rPr>
              <a:t>khoản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đã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vi-VN" dirty="0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ADD0287-5FDC-7EC3-8EFC-CA20D2DC19A4}"/>
              </a:ext>
            </a:extLst>
          </p:cNvPr>
          <p:cNvCxnSpPr>
            <a:cxnSpLocks/>
          </p:cNvCxnSpPr>
          <p:nvPr/>
        </p:nvCxnSpPr>
        <p:spPr bwMode="auto">
          <a:xfrm>
            <a:off x="7986684" y="4596810"/>
            <a:ext cx="131801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04AAC42-A436-AB0A-D58F-BB5CDBEEC05B}"/>
              </a:ext>
            </a:extLst>
          </p:cNvPr>
          <p:cNvGrpSpPr/>
          <p:nvPr/>
        </p:nvGrpSpPr>
        <p:grpSpPr>
          <a:xfrm>
            <a:off x="9629466" y="4303817"/>
            <a:ext cx="954867" cy="1069756"/>
            <a:chOff x="5181743" y="1325563"/>
            <a:chExt cx="1125250" cy="1241867"/>
          </a:xfrm>
        </p:grpSpPr>
        <p:sp>
          <p:nvSpPr>
            <p:cNvPr id="38" name="TextBox 33">
              <a:extLst>
                <a:ext uri="{FF2B5EF4-FFF2-40B4-BE49-F238E27FC236}">
                  <a16:creationId xmlns:a16="http://schemas.microsoft.com/office/drawing/2014/main" id="{AF4B2867-45CF-1F89-4004-54182D358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1743" y="2299460"/>
              <a:ext cx="1125250" cy="267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en-US" sz="900" b="1" dirty="0">
                  <a:solidFill>
                    <a:srgbClr val="206BA4"/>
                  </a:solidFill>
                </a:rPr>
                <a:t>Issuing Bank</a:t>
              </a:r>
            </a:p>
          </p:txBody>
        </p:sp>
        <p:pic>
          <p:nvPicPr>
            <p:cNvPr id="53" name="Picture 4" descr="https://www.bankofwalterboro.com/wp-content/uploads/2015/03/Bank-512.png">
              <a:extLst>
                <a:ext uri="{FF2B5EF4-FFF2-40B4-BE49-F238E27FC236}">
                  <a16:creationId xmlns:a16="http://schemas.microsoft.com/office/drawing/2014/main" id="{B8D2C6C5-8D07-9B7F-9140-1223BA90E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300" y="1325563"/>
              <a:ext cx="846138" cy="847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4" name="TextBox 33">
            <a:extLst>
              <a:ext uri="{FF2B5EF4-FFF2-40B4-BE49-F238E27FC236}">
                <a16:creationId xmlns:a16="http://schemas.microsoft.com/office/drawing/2014/main" id="{1D8AF0C1-58EC-DBF1-A38B-E1773A633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4528" y="4332891"/>
            <a:ext cx="131801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/>
            <a:r>
              <a:rPr lang="en-US" altLang="en-US" sz="750" i="1" dirty="0">
                <a:solidFill>
                  <a:srgbClr val="206BA4"/>
                </a:solidFill>
              </a:rPr>
              <a:t>Gửi thông tin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/tài </a:t>
            </a:r>
            <a:r>
              <a:rPr lang="en-US" altLang="en-US" sz="750" i="1" dirty="0" err="1">
                <a:solidFill>
                  <a:srgbClr val="206BA4"/>
                </a:solidFill>
              </a:rPr>
              <a:t>khoản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CD04A3-406E-D730-E255-5BFCE1EFBF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13" y="4286640"/>
            <a:ext cx="497627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9">
            <a:extLst>
              <a:ext uri="{FF2B5EF4-FFF2-40B4-BE49-F238E27FC236}">
                <a16:creationId xmlns:a16="http://schemas.microsoft.com/office/drawing/2014/main" id="{73D16A57-0EEE-933E-72F5-610C553DF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609" y="4291530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2">
            <a:extLst>
              <a:ext uri="{FF2B5EF4-FFF2-40B4-BE49-F238E27FC236}">
                <a16:creationId xmlns:a16="http://schemas.microsoft.com/office/drawing/2014/main" id="{29A36292-BDD5-5EC8-9A72-E62DB9630F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9948" y="4237144"/>
            <a:ext cx="525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591104E0-25FE-C1D7-6EF7-54C133CFCA23}"/>
              </a:ext>
            </a:extLst>
          </p:cNvPr>
          <p:cNvCxnSpPr>
            <a:cxnSpLocks/>
          </p:cNvCxnSpPr>
          <p:nvPr/>
        </p:nvCxnSpPr>
        <p:spPr bwMode="auto">
          <a:xfrm flipH="1">
            <a:off x="4451680" y="4551523"/>
            <a:ext cx="1620000" cy="0"/>
          </a:xfrm>
          <a:prstGeom prst="straightConnector1">
            <a:avLst/>
          </a:prstGeom>
          <a:ln>
            <a:solidFill>
              <a:srgbClr val="206BA4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35" name="TextBox 33">
            <a:extLst>
              <a:ext uri="{FF2B5EF4-FFF2-40B4-BE49-F238E27FC236}">
                <a16:creationId xmlns:a16="http://schemas.microsoft.com/office/drawing/2014/main" id="{E840DC4C-B203-B1CC-646A-954B60964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8677" y="4201272"/>
            <a:ext cx="1419864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n-US" altLang="en-US" sz="750" i="1" dirty="0" err="1">
                <a:solidFill>
                  <a:srgbClr val="206BA4"/>
                </a:solidFill>
              </a:rPr>
              <a:t>Chọn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thông</a:t>
            </a:r>
            <a:r>
              <a:rPr lang="en-US" altLang="en-US" sz="750" i="1" dirty="0">
                <a:solidFill>
                  <a:srgbClr val="206BA4"/>
                </a:solidFill>
              </a:rPr>
              <a:t> tin </a:t>
            </a:r>
            <a:r>
              <a:rPr lang="en-US" altLang="en-US" sz="750" i="1" dirty="0" err="1">
                <a:solidFill>
                  <a:srgbClr val="206BA4"/>
                </a:solidFill>
              </a:rPr>
              <a:t>thẻ</a:t>
            </a:r>
            <a:r>
              <a:rPr lang="en-US" altLang="en-US" sz="750" i="1" dirty="0">
                <a:solidFill>
                  <a:srgbClr val="206BA4"/>
                </a:solidFill>
              </a:rPr>
              <a:t>/ tài </a:t>
            </a:r>
            <a:r>
              <a:rPr lang="en-US" altLang="en-US" sz="750" i="1" dirty="0" err="1">
                <a:solidFill>
                  <a:srgbClr val="206BA4"/>
                </a:solidFill>
              </a:rPr>
              <a:t>khoản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đã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liên</a:t>
            </a:r>
            <a:r>
              <a:rPr lang="en-US" altLang="en-US" sz="750" i="1" dirty="0">
                <a:solidFill>
                  <a:srgbClr val="206BA4"/>
                </a:solidFill>
              </a:rPr>
              <a:t> </a:t>
            </a:r>
            <a:r>
              <a:rPr lang="en-US" altLang="en-US" sz="750" i="1" dirty="0" err="1">
                <a:solidFill>
                  <a:srgbClr val="206BA4"/>
                </a:solidFill>
              </a:rPr>
              <a:t>kết</a:t>
            </a:r>
            <a:endParaRPr lang="en-US" altLang="en-US" sz="750" i="1" dirty="0">
              <a:solidFill>
                <a:srgbClr val="206BA4"/>
              </a:solidFill>
            </a:endParaRP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82A465FF-34E5-A573-DCB5-D7207917DBF7}"/>
              </a:ext>
            </a:extLst>
          </p:cNvPr>
          <p:cNvSpPr/>
          <p:nvPr/>
        </p:nvSpPr>
        <p:spPr bwMode="auto">
          <a:xfrm>
            <a:off x="4095733" y="4324102"/>
            <a:ext cx="239713" cy="238125"/>
          </a:xfrm>
          <a:prstGeom prst="ellipse">
            <a:avLst/>
          </a:prstGeom>
          <a:solidFill>
            <a:srgbClr val="FBCA2D"/>
          </a:solidFill>
          <a:ln w="9525">
            <a:solidFill>
              <a:srgbClr val="206BA4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900" dirty="0">
                <a:solidFill>
                  <a:srgbClr val="206BA4"/>
                </a:solidFill>
              </a:rPr>
              <a:t>1</a:t>
            </a:r>
          </a:p>
        </p:txBody>
      </p:sp>
      <p:pic>
        <p:nvPicPr>
          <p:cNvPr id="1043" name="Picture 1042" descr="http://www.gierreweb.it/images/shop-icon.png">
            <a:extLst>
              <a:ext uri="{FF2B5EF4-FFF2-40B4-BE49-F238E27FC236}">
                <a16:creationId xmlns:a16="http://schemas.microsoft.com/office/drawing/2014/main" id="{FCF2C874-023D-881E-2EA6-0B5B14743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932" y="4293996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" name="Picture 1043">
            <a:extLst>
              <a:ext uri="{FF2B5EF4-FFF2-40B4-BE49-F238E27FC236}">
                <a16:creationId xmlns:a16="http://schemas.microsoft.com/office/drawing/2014/main" id="{CB8D5F2E-68FE-7122-EAEB-9C01774E70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15" y="4428771"/>
            <a:ext cx="872245" cy="543449"/>
          </a:xfrm>
          <a:prstGeom prst="rect">
            <a:avLst/>
          </a:prstGeom>
        </p:spPr>
      </p:pic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35F798F8-15EF-0C31-E9B8-CF315440AFD6}"/>
              </a:ext>
            </a:extLst>
          </p:cNvPr>
          <p:cNvGrpSpPr/>
          <p:nvPr/>
        </p:nvGrpSpPr>
        <p:grpSpPr>
          <a:xfrm>
            <a:off x="6261664" y="3996342"/>
            <a:ext cx="1537046" cy="1508095"/>
            <a:chOff x="5837124" y="2126216"/>
            <a:chExt cx="2049395" cy="2010793"/>
          </a:xfrm>
        </p:grpSpPr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B0F460A3-31A0-CAFF-2BE4-275D446F02F1}"/>
                </a:ext>
              </a:extLst>
            </p:cNvPr>
            <p:cNvSpPr/>
            <p:nvPr/>
          </p:nvSpPr>
          <p:spPr bwMode="auto">
            <a:xfrm>
              <a:off x="7566903" y="2562227"/>
              <a:ext cx="319616" cy="317500"/>
            </a:xfrm>
            <a:prstGeom prst="ellipse">
              <a:avLst/>
            </a:prstGeom>
            <a:solidFill>
              <a:srgbClr val="FBCA2D"/>
            </a:solidFill>
            <a:ln w="9525">
              <a:solidFill>
                <a:srgbClr val="206BA4"/>
              </a:solidFill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sz="900" dirty="0">
                  <a:solidFill>
                    <a:srgbClr val="206BA4"/>
                  </a:solidFill>
                </a:rPr>
                <a:t>2</a:t>
              </a:r>
            </a:p>
          </p:txBody>
        </p:sp>
        <p:pic>
          <p:nvPicPr>
            <p:cNvPr id="1047" name="Graphic 1046">
              <a:extLst>
                <a:ext uri="{FF2B5EF4-FFF2-40B4-BE49-F238E27FC236}">
                  <a16:creationId xmlns:a16="http://schemas.microsoft.com/office/drawing/2014/main" id="{41FEAB35-3FF2-2E8D-D8F5-B7AB01EA9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186874" y="2126216"/>
              <a:ext cx="806266" cy="260224"/>
            </a:xfrm>
            <a:prstGeom prst="rect">
              <a:avLst/>
            </a:prstGeom>
          </p:spPr>
        </p:pic>
        <p:grpSp>
          <p:nvGrpSpPr>
            <p:cNvPr id="1048" name="Group 1047">
              <a:extLst>
                <a:ext uri="{FF2B5EF4-FFF2-40B4-BE49-F238E27FC236}">
                  <a16:creationId xmlns:a16="http://schemas.microsoft.com/office/drawing/2014/main" id="{F694149A-E4C5-7B52-04DA-647C83A3F80E}"/>
                </a:ext>
              </a:extLst>
            </p:cNvPr>
            <p:cNvGrpSpPr/>
            <p:nvPr/>
          </p:nvGrpSpPr>
          <p:grpSpPr>
            <a:xfrm>
              <a:off x="5837124" y="2538141"/>
              <a:ext cx="1505766" cy="1598868"/>
              <a:chOff x="3782189" y="1442528"/>
              <a:chExt cx="1505766" cy="1598868"/>
            </a:xfrm>
          </p:grpSpPr>
          <p:sp>
            <p:nvSpPr>
              <p:cNvPr id="1051" name="TextBox 33">
                <a:extLst>
                  <a:ext uri="{FF2B5EF4-FFF2-40B4-BE49-F238E27FC236}">
                    <a16:creationId xmlns:a16="http://schemas.microsoft.com/office/drawing/2014/main" id="{F1CD9353-4FE4-18EC-1DB9-4AB1098A72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2189" y="2548953"/>
                <a:ext cx="1505766" cy="492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/>
                <a:r>
                  <a:rPr lang="en-US" altLang="en-US" sz="900" b="1" dirty="0">
                    <a:solidFill>
                      <a:srgbClr val="206BA4"/>
                    </a:solidFill>
                  </a:rPr>
                  <a:t>Payment Gateway</a:t>
                </a:r>
              </a:p>
            </p:txBody>
          </p:sp>
          <p:sp>
            <p:nvSpPr>
              <p:cNvPr id="1052" name="Rounded Rectangle 78">
                <a:extLst>
                  <a:ext uri="{FF2B5EF4-FFF2-40B4-BE49-F238E27FC236}">
                    <a16:creationId xmlns:a16="http://schemas.microsoft.com/office/drawing/2014/main" id="{BA8F2A42-CB5E-F2E2-E7C6-6C700F8D26DC}"/>
                  </a:ext>
                </a:extLst>
              </p:cNvPr>
              <p:cNvSpPr/>
              <p:nvPr/>
            </p:nvSpPr>
            <p:spPr bwMode="auto">
              <a:xfrm>
                <a:off x="3977525" y="1442528"/>
                <a:ext cx="1115094" cy="1058862"/>
              </a:xfrm>
              <a:prstGeom prst="roundRect">
                <a:avLst>
                  <a:gd name="adj" fmla="val 2349"/>
                </a:avLst>
              </a:prstGeom>
              <a:noFill/>
              <a:ln w="9525" cmpd="sng">
                <a:solidFill>
                  <a:srgbClr val="206BA4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>
                  <a:defRPr/>
                </a:pPr>
                <a:endParaRPr lang="en-US" sz="1800" b="1">
                  <a:solidFill>
                    <a:schemeClr val="tx1"/>
                  </a:solidFill>
                  <a:ea typeface="MS PGothic" pitchFamily="34" charset="-128"/>
                </a:endParaRPr>
              </a:p>
            </p:txBody>
          </p:sp>
          <p:pic>
            <p:nvPicPr>
              <p:cNvPr id="1053" name="Picture 72" descr="E:\GoogleDrive\OPWorking\Products\NFC-QR-mPAY\Pics\nofraudpost.jpg">
                <a:extLst>
                  <a:ext uri="{FF2B5EF4-FFF2-40B4-BE49-F238E27FC236}">
                    <a16:creationId xmlns:a16="http://schemas.microsoft.com/office/drawing/2014/main" id="{578CEE5C-C2A5-CB41-1FC8-91CA558E3C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34652" y="2173733"/>
                <a:ext cx="338137" cy="228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54" name="Picture 5">
                <a:extLst>
                  <a:ext uri="{FF2B5EF4-FFF2-40B4-BE49-F238E27FC236}">
                    <a16:creationId xmlns:a16="http://schemas.microsoft.com/office/drawing/2014/main" id="{52535C2E-D7B6-D547-89A7-E36798AC95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2717" y="1474092"/>
                <a:ext cx="319968" cy="3025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55" name="Picture 3">
                <a:extLst>
                  <a:ext uri="{FF2B5EF4-FFF2-40B4-BE49-F238E27FC236}">
                    <a16:creationId xmlns:a16="http://schemas.microsoft.com/office/drawing/2014/main" id="{6F4CF64C-983F-E121-BFA4-E655F64854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4071146" y="1509457"/>
                <a:ext cx="514478" cy="5973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7"/>
                        </a:schemeClr>
                      </a:outerShdw>
                    </a:effectLst>
                  </a14:hiddenEffects>
                </a:ext>
              </a:extLst>
            </p:spPr>
          </p:pic>
        </p:grpSp>
        <p:pic>
          <p:nvPicPr>
            <p:cNvPr id="1049" name="Picture 1048">
              <a:extLst>
                <a:ext uri="{FF2B5EF4-FFF2-40B4-BE49-F238E27FC236}">
                  <a16:creationId xmlns:a16="http://schemas.microsoft.com/office/drawing/2014/main" id="{072312C7-CF33-073D-A5B9-4222618BA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732927" y="3270103"/>
              <a:ext cx="302310" cy="299901"/>
            </a:xfrm>
            <a:prstGeom prst="rect">
              <a:avLst/>
            </a:prstGeom>
          </p:spPr>
        </p:pic>
        <p:pic>
          <p:nvPicPr>
            <p:cNvPr id="1050" name="Picture 1049">
              <a:extLst>
                <a:ext uri="{FF2B5EF4-FFF2-40B4-BE49-F238E27FC236}">
                  <a16:creationId xmlns:a16="http://schemas.microsoft.com/office/drawing/2014/main" id="{8CD6F885-B134-3FEF-10E1-B2D48B8B2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38179" y="2919812"/>
              <a:ext cx="316778" cy="311904"/>
            </a:xfrm>
            <a:prstGeom prst="rect">
              <a:avLst/>
            </a:prstGeom>
          </p:spPr>
        </p:pic>
      </p:grpSp>
      <p:sp>
        <p:nvSpPr>
          <p:cNvPr id="1057" name="TextBox 1056">
            <a:extLst>
              <a:ext uri="{FF2B5EF4-FFF2-40B4-BE49-F238E27FC236}">
                <a16:creationId xmlns:a16="http://schemas.microsoft.com/office/drawing/2014/main" id="{77E093B3-4641-2119-F89E-6BF8C3E35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155" y="5135105"/>
            <a:ext cx="95486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/>
            <a:r>
              <a:rPr lang="en-US" altLang="en-US" sz="900" b="1" dirty="0">
                <a:solidFill>
                  <a:srgbClr val="206BA4"/>
                </a:solidFill>
              </a:rPr>
              <a:t>Merchant</a:t>
            </a:r>
          </a:p>
        </p:txBody>
      </p:sp>
    </p:spTree>
    <p:extLst>
      <p:ext uri="{BB962C8B-B14F-4D97-AF65-F5344CB8AC3E}">
        <p14:creationId xmlns:p14="http://schemas.microsoft.com/office/powerpoint/2010/main" val="343830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II. Giải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thanh toán Direct Debit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00330C-4FEF-8592-CFA5-A297191EF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591" y="1110853"/>
            <a:ext cx="4078466" cy="20227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545A9D-D8D7-18AD-219A-0648AAAAFC69}"/>
              </a:ext>
            </a:extLst>
          </p:cNvPr>
          <p:cNvSpPr txBox="1"/>
          <p:nvPr/>
        </p:nvSpPr>
        <p:spPr>
          <a:xfrm>
            <a:off x="674627" y="665900"/>
            <a:ext cx="2673365" cy="30777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Giao </a:t>
            </a:r>
            <a:r>
              <a:rPr lang="en-US" dirty="0" err="1">
                <a:solidFill>
                  <a:schemeClr val="bg1"/>
                </a:solidFill>
              </a:rPr>
              <a:t>diện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liên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kết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thẻ</a:t>
            </a:r>
            <a:r>
              <a:rPr lang="en-US" dirty="0">
                <a:solidFill>
                  <a:schemeClr val="bg1"/>
                </a:solidFill>
              </a:rPr>
              <a:t>/ tài </a:t>
            </a:r>
            <a:r>
              <a:rPr lang="en-US" dirty="0" err="1">
                <a:solidFill>
                  <a:schemeClr val="bg1"/>
                </a:solidFill>
              </a:rPr>
              <a:t>khoản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vi-VN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CB57614-C6CE-203F-E6F1-9D0BFA3BBE59}"/>
              </a:ext>
            </a:extLst>
          </p:cNvPr>
          <p:cNvSpPr/>
          <p:nvPr/>
        </p:nvSpPr>
        <p:spPr>
          <a:xfrm>
            <a:off x="5264587" y="1796335"/>
            <a:ext cx="367646" cy="18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32B17-F4BE-DF56-A610-E91C55549F55}"/>
              </a:ext>
            </a:extLst>
          </p:cNvPr>
          <p:cNvSpPr txBox="1"/>
          <p:nvPr/>
        </p:nvSpPr>
        <p:spPr>
          <a:xfrm>
            <a:off x="6690440" y="711638"/>
            <a:ext cx="3893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ngân</a:t>
            </a:r>
            <a:r>
              <a:rPr lang="en-US" dirty="0"/>
              <a:t> hàng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vi-V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E681E93-C1C1-7059-DC66-70D9468D8813}"/>
              </a:ext>
            </a:extLst>
          </p:cNvPr>
          <p:cNvSpPr txBox="1"/>
          <p:nvPr/>
        </p:nvSpPr>
        <p:spPr>
          <a:xfrm>
            <a:off x="6743591" y="3452236"/>
            <a:ext cx="3893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vi-V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A68CB867-6BB2-E187-7B87-E28AE1815493}"/>
              </a:ext>
            </a:extLst>
          </p:cNvPr>
          <p:cNvSpPr/>
          <p:nvPr/>
        </p:nvSpPr>
        <p:spPr>
          <a:xfrm>
            <a:off x="8889476" y="3133640"/>
            <a:ext cx="150829" cy="2721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8DEECA7-6C72-8593-8194-56382CBBC714}"/>
              </a:ext>
            </a:extLst>
          </p:cNvPr>
          <p:cNvSpPr/>
          <p:nvPr/>
        </p:nvSpPr>
        <p:spPr>
          <a:xfrm rot="10800000">
            <a:off x="5333888" y="4723187"/>
            <a:ext cx="367646" cy="18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22FFF-59BA-2998-541C-D8D77FFEAFBD}"/>
              </a:ext>
            </a:extLst>
          </p:cNvPr>
          <p:cNvSpPr txBox="1"/>
          <p:nvPr/>
        </p:nvSpPr>
        <p:spPr>
          <a:xfrm>
            <a:off x="1140552" y="3640701"/>
            <a:ext cx="38934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dịch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endParaRPr lang="vi-V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70E7E5-7FE6-B187-58C4-E101D5D3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639" y="3724360"/>
            <a:ext cx="3684369" cy="26127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0F18A8-C09C-419E-13D5-D0D3B4BA3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22" y="3979326"/>
            <a:ext cx="3893461" cy="1874162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DA2410E-9A41-417C-46CC-738EAD3F1B18}"/>
              </a:ext>
            </a:extLst>
          </p:cNvPr>
          <p:cNvSpPr/>
          <p:nvPr/>
        </p:nvSpPr>
        <p:spPr>
          <a:xfrm rot="16200000">
            <a:off x="2363338" y="2632197"/>
            <a:ext cx="367646" cy="1847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5B1F2-58CA-523A-E065-6B6B7A4DCC2D}"/>
              </a:ext>
            </a:extLst>
          </p:cNvPr>
          <p:cNvSpPr txBox="1"/>
          <p:nvPr/>
        </p:nvSpPr>
        <p:spPr>
          <a:xfrm>
            <a:off x="4260915" y="1436735"/>
            <a:ext cx="2205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Chọn</a:t>
            </a:r>
            <a:r>
              <a:rPr lang="en-US" sz="1200" i="1" dirty="0"/>
              <a:t> </a:t>
            </a:r>
            <a:r>
              <a:rPr lang="en-US" sz="1200" i="1" dirty="0" err="1"/>
              <a:t>liên</a:t>
            </a:r>
            <a:r>
              <a:rPr lang="en-US" sz="1200" i="1" dirty="0"/>
              <a:t> </a:t>
            </a:r>
            <a:r>
              <a:rPr lang="en-US" sz="1200" i="1" dirty="0" err="1"/>
              <a:t>kết</a:t>
            </a:r>
            <a:r>
              <a:rPr lang="en-US" sz="1200" i="1" dirty="0"/>
              <a:t> </a:t>
            </a:r>
            <a:r>
              <a:rPr lang="en-US" sz="1200" i="1" dirty="0" err="1"/>
              <a:t>thẻ</a:t>
            </a:r>
            <a:r>
              <a:rPr lang="en-US" sz="1200" i="1" dirty="0"/>
              <a:t>/ tài </a:t>
            </a:r>
            <a:r>
              <a:rPr lang="en-US" sz="1200" i="1" dirty="0" err="1"/>
              <a:t>khoản</a:t>
            </a:r>
            <a:endParaRPr lang="vi-VN" sz="1200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5BD3E5-CAE9-A5E7-103B-50E683BD9318}"/>
              </a:ext>
            </a:extLst>
          </p:cNvPr>
          <p:cNvSpPr txBox="1"/>
          <p:nvPr/>
        </p:nvSpPr>
        <p:spPr>
          <a:xfrm>
            <a:off x="341288" y="2586457"/>
            <a:ext cx="22058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 err="1"/>
              <a:t>Kết</a:t>
            </a:r>
            <a:r>
              <a:rPr lang="en-US" sz="1200" i="1" dirty="0"/>
              <a:t> </a:t>
            </a:r>
            <a:r>
              <a:rPr lang="en-US" sz="1200" i="1" dirty="0" err="1"/>
              <a:t>quả</a:t>
            </a:r>
            <a:r>
              <a:rPr lang="en-US" sz="1200" i="1" dirty="0"/>
              <a:t> </a:t>
            </a:r>
            <a:r>
              <a:rPr lang="en-US" sz="1200" i="1" dirty="0" err="1"/>
              <a:t>giao</a:t>
            </a:r>
            <a:r>
              <a:rPr lang="en-US" sz="1200" i="1" dirty="0"/>
              <a:t> dịch </a:t>
            </a:r>
            <a:r>
              <a:rPr lang="en-US" sz="1200" i="1" dirty="0" err="1"/>
              <a:t>liên</a:t>
            </a:r>
            <a:r>
              <a:rPr lang="en-US" sz="1200" i="1" dirty="0"/>
              <a:t> </a:t>
            </a:r>
            <a:r>
              <a:rPr lang="en-US" sz="1200" i="1" dirty="0" err="1"/>
              <a:t>kết</a:t>
            </a:r>
            <a:endParaRPr lang="vi-VN" sz="1200" i="1" dirty="0"/>
          </a:p>
        </p:txBody>
      </p:sp>
      <p:pic>
        <p:nvPicPr>
          <p:cNvPr id="16" name="Picture 9">
            <a:extLst>
              <a:ext uri="{FF2B5EF4-FFF2-40B4-BE49-F238E27FC236}">
                <a16:creationId xmlns:a16="http://schemas.microsoft.com/office/drawing/2014/main" id="{678C04F2-8A43-FF99-BEBB-E3659F6EB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552" y="1397936"/>
            <a:ext cx="412842" cy="40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18" descr="http://www.gierreweb.it/images/shop-icon.png">
            <a:extLst>
              <a:ext uri="{FF2B5EF4-FFF2-40B4-BE49-F238E27FC236}">
                <a16:creationId xmlns:a16="http://schemas.microsoft.com/office/drawing/2014/main" id="{721DCF26-FF27-A23B-5912-BE2DA580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75" y="1400402"/>
            <a:ext cx="678656" cy="6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23C1D1-9EAF-EA40-9A35-C0C0A83774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958" y="1535177"/>
            <a:ext cx="872245" cy="54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03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II. Giải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thanh toán Direct Debit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119DBD-0CEC-61A7-E079-102556C1A169}"/>
              </a:ext>
            </a:extLst>
          </p:cNvPr>
          <p:cNvGraphicFramePr/>
          <p:nvPr/>
        </p:nvGraphicFramePr>
        <p:xfrm>
          <a:off x="2358998" y="1356747"/>
          <a:ext cx="8104755" cy="4054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116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II. Giải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thanh toán Direct Debit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A green and white logo&#10;&#10;Description automatically generated">
            <a:extLst>
              <a:ext uri="{FF2B5EF4-FFF2-40B4-BE49-F238E27FC236}">
                <a16:creationId xmlns:a16="http://schemas.microsoft.com/office/drawing/2014/main" id="{7685D1DB-7652-8A7C-2516-233F7813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898" y="1413130"/>
            <a:ext cx="1256435" cy="41820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E579787-217F-101F-33C2-F39DCEA4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98" y="3162965"/>
            <a:ext cx="1597417" cy="243674"/>
          </a:xfrm>
          <a:prstGeom prst="rect">
            <a:avLst/>
          </a:prstGeom>
        </p:spPr>
      </p:pic>
      <p:pic>
        <p:nvPicPr>
          <p:cNvPr id="48" name="Picture 47" descr="A logo with a drop of water&#10;&#10;Description automatically generated">
            <a:extLst>
              <a:ext uri="{FF2B5EF4-FFF2-40B4-BE49-F238E27FC236}">
                <a16:creationId xmlns:a16="http://schemas.microsoft.com/office/drawing/2014/main" id="{3AA0DD13-8232-37B5-B759-2958392E7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68" y="3981022"/>
            <a:ext cx="1521653" cy="433651"/>
          </a:xfrm>
          <a:prstGeom prst="rect">
            <a:avLst/>
          </a:prstGeom>
        </p:spPr>
      </p:pic>
      <p:pic>
        <p:nvPicPr>
          <p:cNvPr id="50" name="Picture 49" descr="A red star and blue letter&#10;&#10;Description automatically generated">
            <a:extLst>
              <a:ext uri="{FF2B5EF4-FFF2-40B4-BE49-F238E27FC236}">
                <a16:creationId xmlns:a16="http://schemas.microsoft.com/office/drawing/2014/main" id="{0B107AFE-5EDA-69C6-52D4-065FA5D96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757" y="4856555"/>
            <a:ext cx="1209476" cy="58736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4415168-EE12-D4B8-5D4B-6752AEE32F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40" y="2089543"/>
            <a:ext cx="1646350" cy="443417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053876F-C9CB-2C70-1E40-2403DF3551B4}"/>
              </a:ext>
            </a:extLst>
          </p:cNvPr>
          <p:cNvSpPr txBox="1"/>
          <p:nvPr/>
        </p:nvSpPr>
        <p:spPr>
          <a:xfrm>
            <a:off x="5603977" y="844622"/>
            <a:ext cx="2667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Hạn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mức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thanh toán/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giao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dịch</a:t>
            </a:r>
            <a:endParaRPr lang="vi-VN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3A861-EABC-4739-9515-59F5A937EAB6}"/>
              </a:ext>
            </a:extLst>
          </p:cNvPr>
          <p:cNvSpPr txBox="1"/>
          <p:nvPr/>
        </p:nvSpPr>
        <p:spPr>
          <a:xfrm>
            <a:off x="8923783" y="844622"/>
            <a:ext cx="26677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Hạn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mức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thanh toán/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ngày</a:t>
            </a:r>
            <a:endParaRPr lang="vi-VN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6BF10-4199-4AE8-EC07-97A46B0A865D}"/>
              </a:ext>
            </a:extLst>
          </p:cNvPr>
          <p:cNvSpPr txBox="1"/>
          <p:nvPr/>
        </p:nvSpPr>
        <p:spPr>
          <a:xfrm>
            <a:off x="6149332" y="1517382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2,000,000 VND</a:t>
            </a:r>
            <a:endParaRPr lang="vi-V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79D239-A264-6689-D6C7-DE80F63B13DC}"/>
              </a:ext>
            </a:extLst>
          </p:cNvPr>
          <p:cNvSpPr txBox="1"/>
          <p:nvPr/>
        </p:nvSpPr>
        <p:spPr>
          <a:xfrm>
            <a:off x="9384296" y="1490913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5,000,000 VND</a:t>
            </a:r>
            <a:endParaRPr lang="vi-V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69DB4-C77F-E0C3-0BFE-B95111480A36}"/>
              </a:ext>
            </a:extLst>
          </p:cNvPr>
          <p:cNvSpPr txBox="1"/>
          <p:nvPr/>
        </p:nvSpPr>
        <p:spPr>
          <a:xfrm>
            <a:off x="6149332" y="313593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2,000,000 VND</a:t>
            </a:r>
            <a:endParaRPr lang="vi-V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26946C-F413-77B4-3F6D-AC6E8E08F357}"/>
              </a:ext>
            </a:extLst>
          </p:cNvPr>
          <p:cNvSpPr txBox="1"/>
          <p:nvPr/>
        </p:nvSpPr>
        <p:spPr>
          <a:xfrm>
            <a:off x="6149332" y="2334186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2,000,000 VND</a:t>
            </a:r>
            <a:endParaRPr lang="vi-V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4A7458-E7A5-2FC6-484E-940E4C30DB51}"/>
              </a:ext>
            </a:extLst>
          </p:cNvPr>
          <p:cNvSpPr txBox="1"/>
          <p:nvPr/>
        </p:nvSpPr>
        <p:spPr>
          <a:xfrm>
            <a:off x="6149332" y="4024898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2,000,000 VND</a:t>
            </a:r>
            <a:endParaRPr lang="vi-V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847D44-6551-958E-E506-BD668808BB79}"/>
              </a:ext>
            </a:extLst>
          </p:cNvPr>
          <p:cNvSpPr txBox="1"/>
          <p:nvPr/>
        </p:nvSpPr>
        <p:spPr>
          <a:xfrm>
            <a:off x="9384296" y="229163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5,000,000 VND</a:t>
            </a:r>
            <a:endParaRPr lang="vi-V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35F10-01F7-FE0E-F6B2-8481FB388275}"/>
              </a:ext>
            </a:extLst>
          </p:cNvPr>
          <p:cNvSpPr txBox="1"/>
          <p:nvPr/>
        </p:nvSpPr>
        <p:spPr>
          <a:xfrm>
            <a:off x="9384296" y="3130748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5,000,000 VND</a:t>
            </a:r>
            <a:endParaRPr lang="vi-V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E6271F-4AF0-D4AD-B7ED-72CF68811634}"/>
              </a:ext>
            </a:extLst>
          </p:cNvPr>
          <p:cNvSpPr txBox="1"/>
          <p:nvPr/>
        </p:nvSpPr>
        <p:spPr>
          <a:xfrm>
            <a:off x="9384296" y="4046431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5,000,000 VND</a:t>
            </a:r>
            <a:endParaRPr lang="vi-V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1CC8EC-6068-2E76-0F43-1ED0AC3F658D}"/>
              </a:ext>
            </a:extLst>
          </p:cNvPr>
          <p:cNvSpPr txBox="1"/>
          <p:nvPr/>
        </p:nvSpPr>
        <p:spPr>
          <a:xfrm>
            <a:off x="9384296" y="4904212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5,000,000 VND</a:t>
            </a:r>
            <a:endParaRPr lang="vi-V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691DAB-DE2C-2791-FF1C-3668BBD56C21}"/>
              </a:ext>
            </a:extLst>
          </p:cNvPr>
          <p:cNvSpPr txBox="1"/>
          <p:nvPr/>
        </p:nvSpPr>
        <p:spPr>
          <a:xfrm>
            <a:off x="6149332" y="496041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1,000,000 VND</a:t>
            </a:r>
            <a:endParaRPr lang="vi-V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448AF6-9170-B9E4-69E1-1A616EEE5CD9}"/>
              </a:ext>
            </a:extLst>
          </p:cNvPr>
          <p:cNvSpPr txBox="1"/>
          <p:nvPr/>
        </p:nvSpPr>
        <p:spPr>
          <a:xfrm>
            <a:off x="600432" y="844622"/>
            <a:ext cx="3157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Ngân hàng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đã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triển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khai</a:t>
            </a:r>
            <a:endParaRPr lang="vi-VN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228B4E-59B3-7EBE-4ED4-E673A22A25A4}"/>
              </a:ext>
            </a:extLst>
          </p:cNvPr>
          <p:cNvSpPr txBox="1"/>
          <p:nvPr/>
        </p:nvSpPr>
        <p:spPr>
          <a:xfrm>
            <a:off x="3066068" y="844622"/>
            <a:ext cx="2278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Giá trị thanh toán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tối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thiểu</a:t>
            </a:r>
            <a:endParaRPr lang="vi-VN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C7B973-0297-88B3-C893-0667C5F076A6}"/>
              </a:ext>
            </a:extLst>
          </p:cNvPr>
          <p:cNvSpPr txBox="1"/>
          <p:nvPr/>
        </p:nvSpPr>
        <p:spPr>
          <a:xfrm>
            <a:off x="3435994" y="1523556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10,000 VND</a:t>
            </a:r>
            <a:endParaRPr lang="vi-V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7F4DDF-9AAE-9857-425F-CE1AEBE4340E}"/>
              </a:ext>
            </a:extLst>
          </p:cNvPr>
          <p:cNvSpPr txBox="1"/>
          <p:nvPr/>
        </p:nvSpPr>
        <p:spPr>
          <a:xfrm>
            <a:off x="3435994" y="229163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10,000 VND</a:t>
            </a:r>
            <a:endParaRPr lang="vi-V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7225E-E5DE-AB8D-ADEF-AC2E59107616}"/>
              </a:ext>
            </a:extLst>
          </p:cNvPr>
          <p:cNvSpPr txBox="1"/>
          <p:nvPr/>
        </p:nvSpPr>
        <p:spPr>
          <a:xfrm>
            <a:off x="3435994" y="313074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10,000 VND</a:t>
            </a:r>
            <a:endParaRPr lang="vi-V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23859A-4BAD-93EC-E38A-1C05855B7E43}"/>
              </a:ext>
            </a:extLst>
          </p:cNvPr>
          <p:cNvSpPr txBox="1"/>
          <p:nvPr/>
        </p:nvSpPr>
        <p:spPr>
          <a:xfrm>
            <a:off x="3417694" y="4024897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10,000 VND</a:t>
            </a:r>
            <a:endParaRPr lang="vi-V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F4789D-4E5B-E34D-912F-2264E6EEC03E}"/>
              </a:ext>
            </a:extLst>
          </p:cNvPr>
          <p:cNvSpPr txBox="1"/>
          <p:nvPr/>
        </p:nvSpPr>
        <p:spPr>
          <a:xfrm>
            <a:off x="3435994" y="4948893"/>
            <a:ext cx="1575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1,000 VND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82708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II. Giải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pháp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thanh toán Direct Debit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E9D75B-4B7E-7C41-0A2D-DD7CB2736252}"/>
              </a:ext>
            </a:extLst>
          </p:cNvPr>
          <p:cNvSpPr txBox="1"/>
          <p:nvPr/>
        </p:nvSpPr>
        <p:spPr>
          <a:xfrm>
            <a:off x="841477" y="969475"/>
            <a:ext cx="31579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Ngân hàng đang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triển</a:t>
            </a:r>
            <a:r>
              <a:rPr lang="en-US" i="1" u="sng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i="1" u="sng" dirty="0" err="1">
                <a:solidFill>
                  <a:schemeClr val="accent5">
                    <a:lumMod val="75000"/>
                  </a:schemeClr>
                </a:solidFill>
              </a:rPr>
              <a:t>khai</a:t>
            </a:r>
            <a:endParaRPr lang="vi-VN" i="1" u="sng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9" name="Picture 58" descr="A green text with white background&#10;&#10;Description automatically generated">
            <a:extLst>
              <a:ext uri="{FF2B5EF4-FFF2-40B4-BE49-F238E27FC236}">
                <a16:creationId xmlns:a16="http://schemas.microsoft.com/office/drawing/2014/main" id="{A8564841-2CF1-088B-6A82-9A38658C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1244" y="2399773"/>
            <a:ext cx="1498564" cy="409882"/>
          </a:xfrm>
          <a:prstGeom prst="rect">
            <a:avLst/>
          </a:prstGeom>
        </p:spPr>
      </p:pic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1D9D364F-7BD7-C4A1-06F9-D159959C3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4559" y="2241521"/>
            <a:ext cx="1498564" cy="679349"/>
          </a:xfrm>
          <a:prstGeom prst="rect">
            <a:avLst/>
          </a:prstGeom>
        </p:spPr>
      </p:pic>
      <p:pic>
        <p:nvPicPr>
          <p:cNvPr id="1025" name="Picture 1024" descr="A blue and orange logo&#10;&#10;Description automatically generated">
            <a:extLst>
              <a:ext uri="{FF2B5EF4-FFF2-40B4-BE49-F238E27FC236}">
                <a16:creationId xmlns:a16="http://schemas.microsoft.com/office/drawing/2014/main" id="{BAA5B7CA-92FD-C861-8B76-3E266D046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636" y="2295435"/>
            <a:ext cx="1055085" cy="488507"/>
          </a:xfrm>
          <a:prstGeom prst="rect">
            <a:avLst/>
          </a:prstGeom>
        </p:spPr>
      </p:pic>
      <p:pic>
        <p:nvPicPr>
          <p:cNvPr id="2050" name="Picture 2" descr="About Vietcombank Fund Management | VCBF">
            <a:extLst>
              <a:ext uri="{FF2B5EF4-FFF2-40B4-BE49-F238E27FC236}">
                <a16:creationId xmlns:a16="http://schemas.microsoft.com/office/drawing/2014/main" id="{8196BDEA-4E12-37B5-3868-6E621993C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385" y="2352704"/>
            <a:ext cx="1532647" cy="51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ạo sự khác biệt với logo ngân hàng tiên phong độc đáo và chuyên nghiệp">
            <a:extLst>
              <a:ext uri="{FF2B5EF4-FFF2-40B4-BE49-F238E27FC236}">
                <a16:creationId xmlns:a16="http://schemas.microsoft.com/office/drawing/2014/main" id="{ED9DB287-A86C-D212-07E7-41AF42476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453" y="2108616"/>
            <a:ext cx="1012989" cy="675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hi Tiết Hướng Dẫn Thanh Toán, Dễ Dàng Mua Sắm Nệm, Gối Foam | Ru9 – ru9vn">
            <a:extLst>
              <a:ext uri="{FF2B5EF4-FFF2-40B4-BE49-F238E27FC236}">
                <a16:creationId xmlns:a16="http://schemas.microsoft.com/office/drawing/2014/main" id="{CC7D0871-A4AF-15E3-5859-5C40BDEF3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0507" y="2957847"/>
            <a:ext cx="1863463" cy="63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Logo HDBank: Ý Nghĩa, Biểu Tượng Logo Ngân Hàng HDBank">
            <a:extLst>
              <a:ext uri="{FF2B5EF4-FFF2-40B4-BE49-F238E27FC236}">
                <a16:creationId xmlns:a16="http://schemas.microsoft.com/office/drawing/2014/main" id="{9FD72C27-10B6-0C4E-4693-B9C7415B4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0114" y="3020315"/>
            <a:ext cx="1498565" cy="73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672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III. Quy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trình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triển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khai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D76544C-178E-441A-95AF-0F9EF8CE79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9783175"/>
              </p:ext>
            </p:extLst>
          </p:nvPr>
        </p:nvGraphicFramePr>
        <p:xfrm>
          <a:off x="2032000" y="871173"/>
          <a:ext cx="8128000" cy="4719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199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IV. Quản trị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giao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dịch |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iPortal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– Service Support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34C78F1-831F-A692-E77B-86BB82737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84" y="914401"/>
            <a:ext cx="10166349" cy="51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594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600432" y="124765"/>
            <a:ext cx="1022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IV. Quản trị </a:t>
            </a:r>
            <a:r>
              <a:rPr lang="en-US" sz="2400" b="1" dirty="0" err="1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giao</a:t>
            </a:r>
            <a:r>
              <a:rPr lang="en-US" sz="2400" b="1" dirty="0">
                <a:solidFill>
                  <a:srgbClr val="00529A"/>
                </a:solidFill>
                <a:latin typeface="+mj-lt"/>
                <a:cs typeface="Arial" panose="020B0604020202020204" pitchFamily="34" charset="0"/>
              </a:rPr>
              <a:t> dịch | MA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DDFF81-0A52-1AC9-54B3-08B7A4F57587}"/>
              </a:ext>
            </a:extLst>
          </p:cNvPr>
          <p:cNvSpPr/>
          <p:nvPr/>
        </p:nvSpPr>
        <p:spPr>
          <a:xfrm>
            <a:off x="0" y="6682154"/>
            <a:ext cx="12192000" cy="184710"/>
          </a:xfrm>
          <a:prstGeom prst="rect">
            <a:avLst/>
          </a:prstGeom>
          <a:solidFill>
            <a:srgbClr val="1D3983"/>
          </a:solidFill>
          <a:ln>
            <a:solidFill>
              <a:srgbClr val="1D39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3F2A0-F817-E042-946C-900494232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57" y="1129400"/>
            <a:ext cx="11349872" cy="380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6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7CBD8-F6C8-4B53-8247-EE95ADE11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99" y="1288305"/>
            <a:ext cx="10515600" cy="4379159"/>
          </a:xfrm>
        </p:spPr>
        <p:txBody>
          <a:bodyPr/>
          <a:lstStyle/>
          <a:p>
            <a:pPr marL="14287" indent="0" algn="ctr">
              <a:buNone/>
            </a:pPr>
            <a:endParaRPr lang="en-US" dirty="0"/>
          </a:p>
          <a:p>
            <a:pPr marL="14287" indent="0" algn="ctr">
              <a:buNone/>
            </a:pPr>
            <a:endParaRPr lang="en-US" dirty="0"/>
          </a:p>
          <a:p>
            <a:pPr marL="14287" indent="0" algn="ctr">
              <a:buNone/>
            </a:pPr>
            <a:endParaRPr lang="en-US" dirty="0"/>
          </a:p>
          <a:p>
            <a:pPr marL="14287" indent="0" algn="ctr">
              <a:buNone/>
            </a:pPr>
            <a:r>
              <a:rPr lang="en-US" sz="4000" dirty="0">
                <a:solidFill>
                  <a:srgbClr val="0070C0"/>
                </a:solidFill>
              </a:rPr>
              <a:t>THANK YOU !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4D8FD0-42F8-4C17-BE45-BE975429E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306D7943-0A2D-4837-BF53-9F17A3A9556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834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19181</TotalTime>
  <Words>569</Words>
  <Application>Microsoft Office PowerPoint</Application>
  <PresentationFormat>Widescreen</PresentationFormat>
  <Paragraphs>136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MS PGothic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OP Staff3</cp:lastModifiedBy>
  <cp:revision>305</cp:revision>
  <dcterms:created xsi:type="dcterms:W3CDTF">2018-12-13T07:49:00Z</dcterms:created>
  <dcterms:modified xsi:type="dcterms:W3CDTF">2024-10-07T03:58:56Z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1033-11.2.0.8991</vt:lpwstr>
  </property>
</Properties>
</file>